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omments/modernComment_101_811D9A43.xml" ContentType="application/vnd.ms-powerpoint.comments+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4"/>
  </p:sldMasterIdLst>
  <p:notesMasterIdLst>
    <p:notesMasterId r:id="rId6"/>
  </p:notesMasterIdLst>
  <p:sldIdLst>
    <p:sldId id="257" r:id="rId5"/>
  </p:sldIdLst>
  <p:sldSz cx="43891200" cy="32918400"/>
  <p:notesSz cx="7010400" cy="9296400"/>
  <p:defaultTextStyle>
    <a:defPPr marR="0" algn="l" rtl="0">
      <a:lnSpc>
        <a:spcPct val="100000"/>
      </a:lnSpc>
      <a:spcBef>
        <a:spcPts val="0"/>
      </a:spcBef>
      <a:spcAft>
        <a:spcPts val="0"/>
      </a:spcAft>
    </a:defPPr>
    <a:lvl1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1pPr>
    <a:lvl2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2pPr>
    <a:lvl3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3pPr>
    <a:lvl4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4pPr>
    <a:lvl5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5pPr>
    <a:lvl6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6pPr>
    <a:lvl7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7pPr>
    <a:lvl8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8pPr>
    <a:lvl9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9pPr>
  </p:defaultTextStyle>
  <p:extLst>
    <p:ext uri="{EFAFB233-063F-42B5-8137-9DF3F51BA10A}">
      <p15:sldGuideLst xmlns:p15="http://schemas.microsoft.com/office/powerpoint/2012/main">
        <p15:guide id="1" orient="horz" pos="10368">
          <p15:clr>
            <a:srgbClr val="A4A3A4"/>
          </p15:clr>
        </p15:guide>
        <p15:guide id="2" pos="13824">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FE991029-72C8-7399-63DD-8B75DA6EDB8B}" name="Dahlquist, Kam" initials="KD" userId="S::Kam.Dahlquist@lmu.edu::40b18385-251d-4a80-b9c3-d2dafbeb4f50" providerId="AD"/>
  <p188:author id="{EF433429-2F12-216C-FA41-899C2C5AB38D}" name="Chun, Nikki" initials="NC" userId="S::nchun2@lion.lmu.edu::23a9dea9-b5fb-4c75-a250-ed91f1fe31cc"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5E6A2"/>
    <a:srgbClr val="CAEDBC"/>
    <a:srgbClr val="77B060"/>
    <a:srgbClr val="3C7D22"/>
    <a:srgbClr val="428228"/>
    <a:srgbClr val="519038"/>
    <a:srgbClr val="A3D78F"/>
    <a:srgbClr val="8FC57A"/>
    <a:srgbClr val="639F4B"/>
    <a:srgbClr val="B2E49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B816A45-D898-4102-B558-A558CE018C5D}" v="11" dt="2025-11-11T22:42:09.080"/>
    <p1510:client id="{C671A4F4-83E6-446A-83B6-63A4DF704766}" v="3" dt="2025-11-11T21:55:09.218"/>
    <p1510:client id="{FB9F5B54-6879-46D1-85A9-EC72C30D7AF1}" v="24" dt="2025-11-11T21:39:16.915"/>
  </p1510:revLst>
</p1510:revInfo>
</file>

<file path=ppt/tableStyles.xml><?xml version="1.0" encoding="utf-8"?>
<a:tblStyleLst xmlns:a="http://schemas.openxmlformats.org/drawingml/2006/main" def="{B6AFFA0F-1E04-4A8A-9273-D587D5D4E392}">
  <a:tblStyle styleId="{B6AFFA0F-1E04-4A8A-9273-D587D5D4E392}" styleName="Table_0">
    <a:wholeTbl>
      <a:tcTxStyle b="off" i="off">
        <a:font>
          <a:latin typeface="Calibri"/>
          <a:ea typeface="Calibri"/>
          <a:cs typeface="Calibri"/>
        </a:font>
        <a:schemeClr val="dk1"/>
      </a:tcTxStyle>
      <a:tcStyle>
        <a:tcBdr>
          <a:left>
            <a:ln w="9525" cap="flat">
              <a:solidFill>
                <a:srgbClr val="000000">
                  <a:alpha val="0"/>
                </a:srgbClr>
              </a:solidFill>
              <a:prstDash val="solid"/>
              <a:round/>
              <a:headEnd type="none" w="med" len="med"/>
              <a:tailEnd type="none" w="med" len="med"/>
            </a:ln>
          </a:left>
          <a:right>
            <a:ln w="9525" cap="flat">
              <a:solidFill>
                <a:srgbClr val="000000">
                  <a:alpha val="0"/>
                </a:srgbClr>
              </a:solidFill>
              <a:prstDash val="solid"/>
              <a:round/>
              <a:headEnd type="none" w="med" len="med"/>
              <a:tailEnd type="none" w="med" len="med"/>
            </a:ln>
          </a:right>
          <a:top>
            <a:ln w="9525" cap="flat">
              <a:solidFill>
                <a:srgbClr val="000000">
                  <a:alpha val="0"/>
                </a:srgbClr>
              </a:solidFill>
              <a:prstDash val="solid"/>
              <a:round/>
              <a:headEnd type="none" w="med" len="med"/>
              <a:tailEnd type="none" w="med" len="med"/>
            </a:ln>
          </a:top>
          <a:bottom>
            <a:ln w="9525" cap="flat">
              <a:solidFill>
                <a:srgbClr val="000000">
                  <a:alpha val="0"/>
                </a:srgbClr>
              </a:solidFill>
              <a:prstDash val="solid"/>
              <a:round/>
              <a:headEnd type="none" w="med" len="med"/>
              <a:tailEnd type="none" w="med" len="med"/>
            </a:ln>
          </a:bottom>
          <a:insideH>
            <a:ln w="9525" cap="flat">
              <a:solidFill>
                <a:srgbClr val="000000">
                  <a:alpha val="0"/>
                </a:srgbClr>
              </a:solidFill>
              <a:prstDash val="solid"/>
              <a:round/>
              <a:headEnd type="none" w="med" len="med"/>
              <a:tailEnd type="none" w="med" len="med"/>
            </a:ln>
          </a:insideH>
          <a:insideV>
            <a:ln w="9525" cap="flat">
              <a:solidFill>
                <a:srgbClr val="000000">
                  <a:alpha val="0"/>
                </a:srgbClr>
              </a:solidFill>
              <a:prstDash val="solid"/>
              <a:round/>
              <a:headEnd type="none" w="med" len="med"/>
              <a:tailEnd type="none" w="med" len="med"/>
            </a:ln>
          </a:insideV>
        </a:tcBdr>
        <a:fill>
          <a:solidFill>
            <a:srgbClr val="FFFFFF">
              <a:alpha val="0"/>
            </a:srgbClr>
          </a:solidFill>
        </a:fill>
      </a:tcStyle>
    </a:wholeTbl>
  </a:tblStyle>
  <a:tblStyle styleId="{9DAB2FBC-741B-4774-8CB7-E9F43E21F9E4}" styleName="Table_1">
    <a:wholeTbl>
      <a:tcTxStyle b="off" i="off">
        <a:font>
          <a:latin typeface="Calibri"/>
          <a:ea typeface="Calibri"/>
          <a:cs typeface="Calibri"/>
        </a:font>
        <a:schemeClr val="dk1"/>
      </a:tcTxStyle>
      <a:tcStyle>
        <a:tcBdr>
          <a:left>
            <a:ln w="9525" cap="flat">
              <a:solidFill>
                <a:srgbClr val="000000">
                  <a:alpha val="0"/>
                </a:srgbClr>
              </a:solidFill>
              <a:prstDash val="solid"/>
              <a:round/>
              <a:headEnd type="none" w="med" len="med"/>
              <a:tailEnd type="none" w="med" len="med"/>
            </a:ln>
          </a:left>
          <a:right>
            <a:ln w="9525" cap="flat">
              <a:solidFill>
                <a:srgbClr val="000000">
                  <a:alpha val="0"/>
                </a:srgbClr>
              </a:solidFill>
              <a:prstDash val="solid"/>
              <a:round/>
              <a:headEnd type="none" w="med" len="med"/>
              <a:tailEnd type="none" w="med" len="med"/>
            </a:ln>
          </a:right>
          <a:top>
            <a:ln w="9525" cap="flat">
              <a:solidFill>
                <a:srgbClr val="000000">
                  <a:alpha val="0"/>
                </a:srgbClr>
              </a:solidFill>
              <a:prstDash val="solid"/>
              <a:round/>
              <a:headEnd type="none" w="med" len="med"/>
              <a:tailEnd type="none" w="med" len="med"/>
            </a:ln>
          </a:top>
          <a:bottom>
            <a:ln w="9525" cap="flat">
              <a:solidFill>
                <a:srgbClr val="000000">
                  <a:alpha val="0"/>
                </a:srgbClr>
              </a:solidFill>
              <a:prstDash val="solid"/>
              <a:round/>
              <a:headEnd type="none" w="med" len="med"/>
              <a:tailEnd type="none" w="med" len="med"/>
            </a:ln>
          </a:bottom>
          <a:insideH>
            <a:ln w="9525" cap="flat">
              <a:solidFill>
                <a:srgbClr val="000000">
                  <a:alpha val="0"/>
                </a:srgbClr>
              </a:solidFill>
              <a:prstDash val="solid"/>
              <a:round/>
              <a:headEnd type="none" w="med" len="med"/>
              <a:tailEnd type="none" w="med" len="med"/>
            </a:ln>
          </a:insideH>
          <a:insideV>
            <a:ln w="9525" cap="flat">
              <a:solidFill>
                <a:srgbClr val="000000">
                  <a:alpha val="0"/>
                </a:srgbClr>
              </a:solidFill>
              <a:prstDash val="solid"/>
              <a:round/>
              <a:headEnd type="none" w="med" len="med"/>
              <a:tailEnd type="none" w="med" len="med"/>
            </a:ln>
          </a:insideV>
        </a:tcBdr>
        <a:fill>
          <a:solidFill>
            <a:srgbClr val="FFFFFF">
              <a:alpha val="0"/>
            </a:srgbClr>
          </a:solid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vertBarState="minimized" horzBarState="maximized">
    <p:restoredLeft sz="7471" autoAdjust="0"/>
    <p:restoredTop sz="96247" autoAdjust="0"/>
  </p:normalViewPr>
  <p:slideViewPr>
    <p:cSldViewPr snapToGrid="0" snapToObjects="1">
      <p:cViewPr varScale="1">
        <p:scale>
          <a:sx n="16" d="100"/>
          <a:sy n="16" d="100"/>
        </p:scale>
        <p:origin x="2170" y="120"/>
      </p:cViewPr>
      <p:guideLst>
        <p:guide orient="horz" pos="10368"/>
        <p:guide pos="13824"/>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presProps" Target="presProps.xml"/><Relationship Id="rId12" Type="http://schemas.microsoft.com/office/2018/10/relationships/authors" Target="author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notesMaster" Target="notesMasters/notesMaster1.xml"/><Relationship Id="rId11" Type="http://schemas.microsoft.com/office/2015/10/relationships/revisionInfo" Target="revisionInfo.xml"/><Relationship Id="rId5" Type="http://schemas.openxmlformats.org/officeDocument/2006/relationships/slide" Target="slides/slide1.xml"/><Relationship Id="rId10"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theme" Target="theme/theme1.xml"/></Relationships>
</file>

<file path=ppt/charts/_rels/chart1.xml.rels><?xml version="1.0" encoding="UTF-8" standalone="yes"?>
<Relationships xmlns="http://schemas.openxmlformats.org/package/2006/relationships"><Relationship Id="rId3" Type="http://schemas.openxmlformats.org/officeDocument/2006/relationships/oleObject" Target="https://lmu0-my.sharepoint.com/personal/nchun2_lion_lmu_edu/Documents/Desktop/Research/Fall%202025/permutation%20summary%20files/Trial%2010%20Permutations_no-constants_summary.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https://lmu0-my.sharepoint.com/personal/nchun2_lion_lmu_edu/Documents/Desktop/Research/Fall%202025/permutation%20summary%20files/Trial%208%20Permutation_no-constants_Summary.xlsx" TargetMode="External"/><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1"/>
    </mc:Choice>
    <mc:Fallback>
      <c:style val="1"/>
    </mc:Fallback>
  </mc:AlternateContent>
  <c:chart>
    <c:autoTitleDeleted val="1"/>
    <c:plotArea>
      <c:layout/>
      <c:barChart>
        <c:barDir val="col"/>
        <c:grouping val="stacked"/>
        <c:varyColors val="0"/>
        <c:ser>
          <c:idx val="0"/>
          <c:order val="0"/>
          <c:spPr>
            <a:solidFill>
              <a:schemeClr val="dk1">
                <a:tint val="88500"/>
              </a:schemeClr>
            </a:solidFill>
            <a:ln>
              <a:noFill/>
            </a:ln>
            <a:effectLst/>
          </c:spPr>
          <c:invertIfNegative val="0"/>
          <c:cat>
            <c:numRef>
              <c:f>'compare no const with Pb const'!$A$2:$A$25</c:f>
              <c:numCache>
                <c:formatCode>0.00</c:formatCode>
                <c:ptCount val="24"/>
                <c:pt idx="0">
                  <c:v>10.09</c:v>
                </c:pt>
                <c:pt idx="1">
                  <c:v>10</c:v>
                </c:pt>
                <c:pt idx="2">
                  <c:v>10.15</c:v>
                </c:pt>
                <c:pt idx="3">
                  <c:v>10.16</c:v>
                </c:pt>
                <c:pt idx="4">
                  <c:v>10.18</c:v>
                </c:pt>
                <c:pt idx="5">
                  <c:v>10.19</c:v>
                </c:pt>
                <c:pt idx="6">
                  <c:v>10.14</c:v>
                </c:pt>
                <c:pt idx="7">
                  <c:v>10.23</c:v>
                </c:pt>
                <c:pt idx="8">
                  <c:v>10.06</c:v>
                </c:pt>
                <c:pt idx="9">
                  <c:v>10.02</c:v>
                </c:pt>
                <c:pt idx="10">
                  <c:v>10.11</c:v>
                </c:pt>
                <c:pt idx="11">
                  <c:v>10.029999999999999</c:v>
                </c:pt>
                <c:pt idx="12">
                  <c:v>10.1</c:v>
                </c:pt>
                <c:pt idx="13">
                  <c:v>10.130000000000001</c:v>
                </c:pt>
                <c:pt idx="14">
                  <c:v>10.039999999999999</c:v>
                </c:pt>
                <c:pt idx="15">
                  <c:v>10.210000000000001</c:v>
                </c:pt>
                <c:pt idx="16">
                  <c:v>10.17</c:v>
                </c:pt>
                <c:pt idx="17">
                  <c:v>10.119999999999999</c:v>
                </c:pt>
                <c:pt idx="18">
                  <c:v>10.050000000000001</c:v>
                </c:pt>
                <c:pt idx="19">
                  <c:v>10.199999999999999</c:v>
                </c:pt>
                <c:pt idx="20">
                  <c:v>10.07</c:v>
                </c:pt>
                <c:pt idx="21">
                  <c:v>10.220000000000001</c:v>
                </c:pt>
                <c:pt idx="22">
                  <c:v>10.08</c:v>
                </c:pt>
                <c:pt idx="23">
                  <c:v>10.01</c:v>
                </c:pt>
              </c:numCache>
            </c:numRef>
          </c:cat>
          <c:val>
            <c:numRef>
              <c:f>'compare no const with Pb const'!$B$2:$B$25</c:f>
              <c:numCache>
                <c:formatCode>General</c:formatCode>
                <c:ptCount val="24"/>
                <c:pt idx="0">
                  <c:v>1.6926652361025009E-12</c:v>
                </c:pt>
                <c:pt idx="1">
                  <c:v>1.6926656966503639E-12</c:v>
                </c:pt>
                <c:pt idx="2">
                  <c:v>1.1736281714087789E-11</c:v>
                </c:pt>
                <c:pt idx="3">
                  <c:v>1.1736282873632674E-11</c:v>
                </c:pt>
                <c:pt idx="4">
                  <c:v>1.1736282873632674E-11</c:v>
                </c:pt>
                <c:pt idx="5">
                  <c:v>1.4201804135251729E-11</c:v>
                </c:pt>
                <c:pt idx="6">
                  <c:v>1.4201814238030833E-11</c:v>
                </c:pt>
                <c:pt idx="7">
                  <c:v>1.9709669568599738E-11</c:v>
                </c:pt>
                <c:pt idx="8">
                  <c:v>1.970969399339831E-11</c:v>
                </c:pt>
                <c:pt idx="9">
                  <c:v>3.7583228418221325E-11</c:v>
                </c:pt>
                <c:pt idx="10">
                  <c:v>3.7583241286728069E-11</c:v>
                </c:pt>
                <c:pt idx="11">
                  <c:v>2.6712892699645868E-10</c:v>
                </c:pt>
                <c:pt idx="12">
                  <c:v>2.6712897918787831E-10</c:v>
                </c:pt>
                <c:pt idx="13">
                  <c:v>2.8576323419504846E-10</c:v>
                </c:pt>
                <c:pt idx="14">
                  <c:v>4.3454244253849839E-10</c:v>
                </c:pt>
                <c:pt idx="15">
                  <c:v>4.3454341402825142E-10</c:v>
                </c:pt>
                <c:pt idx="16">
                  <c:v>4.3489576505541156E-10</c:v>
                </c:pt>
                <c:pt idx="17">
                  <c:v>4.3489576767431899E-10</c:v>
                </c:pt>
                <c:pt idx="18">
                  <c:v>9.5642100693777928E-10</c:v>
                </c:pt>
                <c:pt idx="19">
                  <c:v>9.5642692766258606E-10</c:v>
                </c:pt>
                <c:pt idx="20">
                  <c:v>1.3345794402029193E-9</c:v>
                </c:pt>
                <c:pt idx="21">
                  <c:v>1.3345818747174865E-9</c:v>
                </c:pt>
                <c:pt idx="22">
                  <c:v>8.4660276288965343E-8</c:v>
                </c:pt>
                <c:pt idx="23">
                  <c:v>8.4660321724038567E-8</c:v>
                </c:pt>
              </c:numCache>
            </c:numRef>
          </c:val>
          <c:extLst>
            <c:ext xmlns:c16="http://schemas.microsoft.com/office/drawing/2014/chart" uri="{C3380CC4-5D6E-409C-BE32-E72D297353CC}">
              <c16:uniqueId val="{00000000-DB5B-434F-AE3B-C99487C36E1D}"/>
            </c:ext>
          </c:extLst>
        </c:ser>
        <c:ser>
          <c:idx val="1"/>
          <c:order val="1"/>
          <c:spPr>
            <a:solidFill>
              <a:schemeClr val="dk1">
                <a:tint val="55000"/>
              </a:schemeClr>
            </a:solidFill>
            <a:ln>
              <a:noFill/>
            </a:ln>
            <a:effectLst/>
          </c:spPr>
          <c:invertIfNegative val="0"/>
          <c:cat>
            <c:numRef>
              <c:f>'compare no const with Pb const'!$A$2:$A$25</c:f>
              <c:numCache>
                <c:formatCode>0.00</c:formatCode>
                <c:ptCount val="24"/>
                <c:pt idx="0">
                  <c:v>10.09</c:v>
                </c:pt>
                <c:pt idx="1">
                  <c:v>10</c:v>
                </c:pt>
                <c:pt idx="2">
                  <c:v>10.15</c:v>
                </c:pt>
                <c:pt idx="3">
                  <c:v>10.16</c:v>
                </c:pt>
                <c:pt idx="4">
                  <c:v>10.18</c:v>
                </c:pt>
                <c:pt idx="5">
                  <c:v>10.19</c:v>
                </c:pt>
                <c:pt idx="6">
                  <c:v>10.14</c:v>
                </c:pt>
                <c:pt idx="7">
                  <c:v>10.23</c:v>
                </c:pt>
                <c:pt idx="8">
                  <c:v>10.06</c:v>
                </c:pt>
                <c:pt idx="9">
                  <c:v>10.02</c:v>
                </c:pt>
                <c:pt idx="10">
                  <c:v>10.11</c:v>
                </c:pt>
                <c:pt idx="11">
                  <c:v>10.029999999999999</c:v>
                </c:pt>
                <c:pt idx="12">
                  <c:v>10.1</c:v>
                </c:pt>
                <c:pt idx="13">
                  <c:v>10.130000000000001</c:v>
                </c:pt>
                <c:pt idx="14">
                  <c:v>10.039999999999999</c:v>
                </c:pt>
                <c:pt idx="15">
                  <c:v>10.210000000000001</c:v>
                </c:pt>
                <c:pt idx="16">
                  <c:v>10.17</c:v>
                </c:pt>
                <c:pt idx="17">
                  <c:v>10.119999999999999</c:v>
                </c:pt>
                <c:pt idx="18">
                  <c:v>10.050000000000001</c:v>
                </c:pt>
                <c:pt idx="19">
                  <c:v>10.199999999999999</c:v>
                </c:pt>
                <c:pt idx="20">
                  <c:v>10.07</c:v>
                </c:pt>
                <c:pt idx="21">
                  <c:v>10.220000000000001</c:v>
                </c:pt>
                <c:pt idx="22">
                  <c:v>10.08</c:v>
                </c:pt>
                <c:pt idx="23">
                  <c:v>10.01</c:v>
                </c:pt>
              </c:numCache>
            </c:numRef>
          </c:cat>
          <c:val>
            <c:numRef>
              <c:f>'compare no const with Pb const'!$C$2:$C$25</c:f>
              <c:numCache>
                <c:formatCode>General</c:formatCode>
                <c:ptCount val="24"/>
                <c:pt idx="0">
                  <c:v>2.0562170417729023E-2</c:v>
                </c:pt>
                <c:pt idx="1">
                  <c:v>2.0856817647377221E-2</c:v>
                </c:pt>
                <c:pt idx="2">
                  <c:v>4.4636454982343245</c:v>
                </c:pt>
                <c:pt idx="3">
                  <c:v>9.5049947115816019E-2</c:v>
                </c:pt>
                <c:pt idx="4">
                  <c:v>4.4960916134772786</c:v>
                </c:pt>
                <c:pt idx="5">
                  <c:v>6.3538134435684022</c:v>
                </c:pt>
                <c:pt idx="6">
                  <c:v>5.0433080027479935</c:v>
                </c:pt>
                <c:pt idx="7">
                  <c:v>0.15602869518460913</c:v>
                </c:pt>
                <c:pt idx="8">
                  <c:v>0.1839709298575761</c:v>
                </c:pt>
                <c:pt idx="9">
                  <c:v>8.8192464336463949</c:v>
                </c:pt>
                <c:pt idx="10">
                  <c:v>13.745057674265974</c:v>
                </c:pt>
                <c:pt idx="11">
                  <c:v>2.1252586018534085</c:v>
                </c:pt>
                <c:pt idx="12">
                  <c:v>2.1173050660466846</c:v>
                </c:pt>
                <c:pt idx="13">
                  <c:v>5.7879640939116266</c:v>
                </c:pt>
                <c:pt idx="14">
                  <c:v>3.3081978482554945E-2</c:v>
                </c:pt>
                <c:pt idx="15">
                  <c:v>3.2929287994076462E-2</c:v>
                </c:pt>
                <c:pt idx="16">
                  <c:v>25.278412316001731</c:v>
                </c:pt>
                <c:pt idx="17">
                  <c:v>25.497318462280052</c:v>
                </c:pt>
                <c:pt idx="18">
                  <c:v>1.3674552760421317</c:v>
                </c:pt>
                <c:pt idx="19">
                  <c:v>1.3650192121558928</c:v>
                </c:pt>
                <c:pt idx="20">
                  <c:v>0.34767526589679754</c:v>
                </c:pt>
                <c:pt idx="21">
                  <c:v>0.18567770376878062</c:v>
                </c:pt>
                <c:pt idx="22">
                  <c:v>4.5193042373148611</c:v>
                </c:pt>
                <c:pt idx="23">
                  <c:v>4.4872615070033159</c:v>
                </c:pt>
              </c:numCache>
            </c:numRef>
          </c:val>
          <c:extLst>
            <c:ext xmlns:c16="http://schemas.microsoft.com/office/drawing/2014/chart" uri="{C3380CC4-5D6E-409C-BE32-E72D297353CC}">
              <c16:uniqueId val="{00000001-DB5B-434F-AE3B-C99487C36E1D}"/>
            </c:ext>
          </c:extLst>
        </c:ser>
        <c:dLbls>
          <c:showLegendKey val="0"/>
          <c:showVal val="0"/>
          <c:showCatName val="0"/>
          <c:showSerName val="0"/>
          <c:showPercent val="0"/>
          <c:showBubbleSize val="0"/>
        </c:dLbls>
        <c:gapWidth val="150"/>
        <c:overlap val="100"/>
        <c:axId val="560584656"/>
        <c:axId val="560585616"/>
      </c:barChart>
      <c:catAx>
        <c:axId val="560584656"/>
        <c:scaling>
          <c:orientation val="minMax"/>
        </c:scaling>
        <c:delete val="1"/>
        <c:axPos val="b"/>
        <c:numFmt formatCode="0.00" sourceLinked="1"/>
        <c:majorTickMark val="none"/>
        <c:minorTickMark val="none"/>
        <c:tickLblPos val="nextTo"/>
        <c:crossAx val="560585616"/>
        <c:crossesAt val="1.0000000000000007E-13"/>
        <c:auto val="1"/>
        <c:lblAlgn val="ctr"/>
        <c:lblOffset val="100"/>
        <c:noMultiLvlLbl val="0"/>
      </c:catAx>
      <c:valAx>
        <c:axId val="560585616"/>
        <c:scaling>
          <c:logBase val="10"/>
          <c:orientation val="minMax"/>
          <c:max val="100"/>
          <c:min val="1.0000000000000007E-13"/>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60584656"/>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1"/>
    </mc:Choice>
    <mc:Fallback>
      <c:style val="1"/>
    </mc:Fallback>
  </mc:AlternateContent>
  <c:chart>
    <c:autoTitleDeleted val="1"/>
    <c:plotArea>
      <c:layout/>
      <c:barChart>
        <c:barDir val="col"/>
        <c:grouping val="stacked"/>
        <c:varyColors val="0"/>
        <c:ser>
          <c:idx val="0"/>
          <c:order val="0"/>
          <c:spPr>
            <a:solidFill>
              <a:schemeClr val="dk1">
                <a:tint val="88500"/>
              </a:schemeClr>
            </a:solidFill>
            <a:ln>
              <a:noFill/>
            </a:ln>
            <a:effectLst/>
          </c:spPr>
          <c:invertIfNegative val="0"/>
          <c:cat>
            <c:numRef>
              <c:f>'Compare No Const with PB Const'!$A$2:$A$25</c:f>
              <c:numCache>
                <c:formatCode>0.00</c:formatCode>
                <c:ptCount val="24"/>
                <c:pt idx="0" formatCode="General">
                  <c:v>8.07</c:v>
                </c:pt>
                <c:pt idx="1">
                  <c:v>8.02</c:v>
                </c:pt>
                <c:pt idx="2" formatCode="General">
                  <c:v>8.2100000000000009</c:v>
                </c:pt>
                <c:pt idx="3">
                  <c:v>8.08</c:v>
                </c:pt>
                <c:pt idx="4" formatCode="General">
                  <c:v>8.17</c:v>
                </c:pt>
                <c:pt idx="5">
                  <c:v>8</c:v>
                </c:pt>
                <c:pt idx="6">
                  <c:v>8.18</c:v>
                </c:pt>
                <c:pt idx="7">
                  <c:v>8.1199999999999992</c:v>
                </c:pt>
                <c:pt idx="8">
                  <c:v>8.14</c:v>
                </c:pt>
                <c:pt idx="9">
                  <c:v>8.1999999999999993</c:v>
                </c:pt>
                <c:pt idx="10" formatCode="General">
                  <c:v>8.09</c:v>
                </c:pt>
                <c:pt idx="11">
                  <c:v>8.0399999999999991</c:v>
                </c:pt>
                <c:pt idx="12">
                  <c:v>8.2200000000000006</c:v>
                </c:pt>
                <c:pt idx="13" formatCode="General">
                  <c:v>8.19</c:v>
                </c:pt>
                <c:pt idx="14" formatCode="General">
                  <c:v>8.0500000000000007</c:v>
                </c:pt>
                <c:pt idx="15">
                  <c:v>8.1</c:v>
                </c:pt>
                <c:pt idx="16" formatCode="General">
                  <c:v>8.1300000000000008</c:v>
                </c:pt>
                <c:pt idx="17" formatCode="General">
                  <c:v>8.0299999999999994</c:v>
                </c:pt>
                <c:pt idx="18" formatCode="General">
                  <c:v>8.11</c:v>
                </c:pt>
                <c:pt idx="19" formatCode="General">
                  <c:v>8.01</c:v>
                </c:pt>
                <c:pt idx="20">
                  <c:v>8.06</c:v>
                </c:pt>
                <c:pt idx="21" formatCode="General">
                  <c:v>8.15</c:v>
                </c:pt>
                <c:pt idx="22">
                  <c:v>8.16</c:v>
                </c:pt>
                <c:pt idx="23" formatCode="General">
                  <c:v>8.23</c:v>
                </c:pt>
              </c:numCache>
            </c:numRef>
          </c:cat>
          <c:val>
            <c:numRef>
              <c:f>'Compare No Const with PB Const'!$B$2:$B$25</c:f>
              <c:numCache>
                <c:formatCode>General</c:formatCode>
                <c:ptCount val="24"/>
                <c:pt idx="0">
                  <c:v>8.0596355951704047E-13</c:v>
                </c:pt>
                <c:pt idx="1">
                  <c:v>1.5796560847120545E-12</c:v>
                </c:pt>
                <c:pt idx="2">
                  <c:v>4.3357871613307814E-12</c:v>
                </c:pt>
                <c:pt idx="3">
                  <c:v>1.012008971344051E-11</c:v>
                </c:pt>
                <c:pt idx="4">
                  <c:v>3.0307454098484551E-11</c:v>
                </c:pt>
                <c:pt idx="5">
                  <c:v>3.9195619734684774E-11</c:v>
                </c:pt>
                <c:pt idx="6">
                  <c:v>4.4799834412673878E-11</c:v>
                </c:pt>
                <c:pt idx="7">
                  <c:v>4.651193945381306E-11</c:v>
                </c:pt>
                <c:pt idx="8">
                  <c:v>5.0178753864547177E-11</c:v>
                </c:pt>
                <c:pt idx="9">
                  <c:v>6.7306590467006212E-11</c:v>
                </c:pt>
                <c:pt idx="10">
                  <c:v>7.0465769664118056E-11</c:v>
                </c:pt>
                <c:pt idx="11">
                  <c:v>8.0393342108209244E-11</c:v>
                </c:pt>
                <c:pt idx="12">
                  <c:v>1.1301488435747694E-10</c:v>
                </c:pt>
                <c:pt idx="13">
                  <c:v>1.2553290261423606E-10</c:v>
                </c:pt>
                <c:pt idx="14">
                  <c:v>1.5696951777588024E-10</c:v>
                </c:pt>
                <c:pt idx="15">
                  <c:v>2.8582972675233979E-10</c:v>
                </c:pt>
                <c:pt idx="16">
                  <c:v>3.724467369690357E-10</c:v>
                </c:pt>
                <c:pt idx="17">
                  <c:v>5.2308606604132552E-10</c:v>
                </c:pt>
                <c:pt idx="18">
                  <c:v>7.6460084361251636E-10</c:v>
                </c:pt>
                <c:pt idx="19">
                  <c:v>1.1874474802387587E-9</c:v>
                </c:pt>
                <c:pt idx="20">
                  <c:v>1.5779133853749478E-9</c:v>
                </c:pt>
                <c:pt idx="21">
                  <c:v>2.9397488755554232E-9</c:v>
                </c:pt>
                <c:pt idx="22">
                  <c:v>1.1250257867234512E-7</c:v>
                </c:pt>
                <c:pt idx="23">
                  <c:v>6.1329098005317547E-7</c:v>
                </c:pt>
              </c:numCache>
            </c:numRef>
          </c:val>
          <c:extLst>
            <c:ext xmlns:c16="http://schemas.microsoft.com/office/drawing/2014/chart" uri="{C3380CC4-5D6E-409C-BE32-E72D297353CC}">
              <c16:uniqueId val="{00000000-1CAF-4A85-9B61-C537D3D218BF}"/>
            </c:ext>
          </c:extLst>
        </c:ser>
        <c:ser>
          <c:idx val="1"/>
          <c:order val="1"/>
          <c:spPr>
            <a:solidFill>
              <a:schemeClr val="dk1">
                <a:tint val="55000"/>
              </a:schemeClr>
            </a:solidFill>
            <a:ln>
              <a:noFill/>
            </a:ln>
            <a:effectLst/>
          </c:spPr>
          <c:invertIfNegative val="0"/>
          <c:cat>
            <c:numRef>
              <c:f>'Compare No Const with PB Const'!$A$2:$A$25</c:f>
              <c:numCache>
                <c:formatCode>0.00</c:formatCode>
                <c:ptCount val="24"/>
                <c:pt idx="0" formatCode="General">
                  <c:v>8.07</c:v>
                </c:pt>
                <c:pt idx="1">
                  <c:v>8.02</c:v>
                </c:pt>
                <c:pt idx="2" formatCode="General">
                  <c:v>8.2100000000000009</c:v>
                </c:pt>
                <c:pt idx="3">
                  <c:v>8.08</c:v>
                </c:pt>
                <c:pt idx="4" formatCode="General">
                  <c:v>8.17</c:v>
                </c:pt>
                <c:pt idx="5">
                  <c:v>8</c:v>
                </c:pt>
                <c:pt idx="6">
                  <c:v>8.18</c:v>
                </c:pt>
                <c:pt idx="7">
                  <c:v>8.1199999999999992</c:v>
                </c:pt>
                <c:pt idx="8">
                  <c:v>8.14</c:v>
                </c:pt>
                <c:pt idx="9">
                  <c:v>8.1999999999999993</c:v>
                </c:pt>
                <c:pt idx="10" formatCode="General">
                  <c:v>8.09</c:v>
                </c:pt>
                <c:pt idx="11">
                  <c:v>8.0399999999999991</c:v>
                </c:pt>
                <c:pt idx="12">
                  <c:v>8.2200000000000006</c:v>
                </c:pt>
                <c:pt idx="13" formatCode="General">
                  <c:v>8.19</c:v>
                </c:pt>
                <c:pt idx="14" formatCode="General">
                  <c:v>8.0500000000000007</c:v>
                </c:pt>
                <c:pt idx="15">
                  <c:v>8.1</c:v>
                </c:pt>
                <c:pt idx="16" formatCode="General">
                  <c:v>8.1300000000000008</c:v>
                </c:pt>
                <c:pt idx="17" formatCode="General">
                  <c:v>8.0299999999999994</c:v>
                </c:pt>
                <c:pt idx="18" formatCode="General">
                  <c:v>8.11</c:v>
                </c:pt>
                <c:pt idx="19" formatCode="General">
                  <c:v>8.01</c:v>
                </c:pt>
                <c:pt idx="20">
                  <c:v>8.06</c:v>
                </c:pt>
                <c:pt idx="21" formatCode="General">
                  <c:v>8.15</c:v>
                </c:pt>
                <c:pt idx="22">
                  <c:v>8.16</c:v>
                </c:pt>
                <c:pt idx="23" formatCode="General">
                  <c:v>8.23</c:v>
                </c:pt>
              </c:numCache>
            </c:numRef>
          </c:cat>
          <c:val>
            <c:numRef>
              <c:f>'Compare No Const with PB Const'!$C$2:$C$25</c:f>
              <c:numCache>
                <c:formatCode>General</c:formatCode>
                <c:ptCount val="24"/>
                <c:pt idx="0">
                  <c:v>0.12463458598619642</c:v>
                </c:pt>
                <c:pt idx="1">
                  <c:v>0.17238004932911505</c:v>
                </c:pt>
                <c:pt idx="2">
                  <c:v>7.3570491299070548E-2</c:v>
                </c:pt>
                <c:pt idx="3">
                  <c:v>0.53628400644574326</c:v>
                </c:pt>
                <c:pt idx="4">
                  <c:v>0.54083169304672596</c:v>
                </c:pt>
                <c:pt idx="5">
                  <c:v>2.2486088556715709</c:v>
                </c:pt>
                <c:pt idx="6">
                  <c:v>1.0601366671880055</c:v>
                </c:pt>
                <c:pt idx="7">
                  <c:v>0.7632158533220309</c:v>
                </c:pt>
                <c:pt idx="8">
                  <c:v>0.74922399674353879</c:v>
                </c:pt>
                <c:pt idx="9">
                  <c:v>3.0742001074788972</c:v>
                </c:pt>
                <c:pt idx="10">
                  <c:v>5.7217892391712057</c:v>
                </c:pt>
                <c:pt idx="11">
                  <c:v>6.3703607033352247E-2</c:v>
                </c:pt>
                <c:pt idx="12">
                  <c:v>2.9872169045337373</c:v>
                </c:pt>
                <c:pt idx="13">
                  <c:v>0.22579166495981087</c:v>
                </c:pt>
                <c:pt idx="14">
                  <c:v>5.4154243172054854E-2</c:v>
                </c:pt>
                <c:pt idx="15">
                  <c:v>0.36227442272078858</c:v>
                </c:pt>
                <c:pt idx="16">
                  <c:v>1.6333560392801805</c:v>
                </c:pt>
                <c:pt idx="17">
                  <c:v>6.0862391056363874E-2</c:v>
                </c:pt>
                <c:pt idx="18">
                  <c:v>5.2719812412395459</c:v>
                </c:pt>
                <c:pt idx="19">
                  <c:v>8.3557220422325051E-2</c:v>
                </c:pt>
                <c:pt idx="20">
                  <c:v>0.27286498652861313</c:v>
                </c:pt>
                <c:pt idx="21">
                  <c:v>13.113536832324884</c:v>
                </c:pt>
                <c:pt idx="22">
                  <c:v>6.8514938119940277E-2</c:v>
                </c:pt>
                <c:pt idx="23">
                  <c:v>0.6030306303351427</c:v>
                </c:pt>
              </c:numCache>
            </c:numRef>
          </c:val>
          <c:extLst>
            <c:ext xmlns:c16="http://schemas.microsoft.com/office/drawing/2014/chart" uri="{C3380CC4-5D6E-409C-BE32-E72D297353CC}">
              <c16:uniqueId val="{00000001-1CAF-4A85-9B61-C537D3D218BF}"/>
            </c:ext>
          </c:extLst>
        </c:ser>
        <c:dLbls>
          <c:showLegendKey val="0"/>
          <c:showVal val="0"/>
          <c:showCatName val="0"/>
          <c:showSerName val="0"/>
          <c:showPercent val="0"/>
          <c:showBubbleSize val="0"/>
        </c:dLbls>
        <c:gapWidth val="150"/>
        <c:overlap val="100"/>
        <c:axId val="947631344"/>
        <c:axId val="947630384"/>
      </c:barChart>
      <c:catAx>
        <c:axId val="94763134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947630384"/>
        <c:crossesAt val="1.0000000000000007E-13"/>
        <c:auto val="1"/>
        <c:lblAlgn val="ctr"/>
        <c:lblOffset val="100"/>
        <c:noMultiLvlLbl val="0"/>
      </c:catAx>
      <c:valAx>
        <c:axId val="947630384"/>
        <c:scaling>
          <c:logBase val="10"/>
          <c:orientation val="minMax"/>
          <c:max val="100"/>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947631344"/>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20">
  <a:schemeClr val="dk1"/>
  <cs:variation>
    <a:tint val="88500"/>
  </cs:variation>
  <cs:variation>
    <a:tint val="55000"/>
  </cs:variation>
  <cs:variation>
    <a:tint val="75000"/>
  </cs:variation>
  <cs:variation>
    <a:tint val="98500"/>
  </cs:variation>
  <cs:variation>
    <a:tint val="30000"/>
  </cs:variation>
  <cs:variation>
    <a:tint val="60000"/>
  </cs:variation>
  <cs:variation>
    <a:tint val="80000"/>
  </cs:variation>
</cs:colorStyle>
</file>

<file path=ppt/charts/colors2.xml><?xml version="1.0" encoding="utf-8"?>
<cs:colorStyle xmlns:cs="http://schemas.microsoft.com/office/drawing/2012/chartStyle" xmlns:a="http://schemas.openxmlformats.org/drawingml/2006/main" meth="cycle" id="20">
  <a:schemeClr val="dk1"/>
  <cs:variation>
    <a:tint val="88500"/>
  </cs:variation>
  <cs:variation>
    <a:tint val="55000"/>
  </cs:variation>
  <cs:variation>
    <a:tint val="75000"/>
  </cs:variation>
  <cs:variation>
    <a:tint val="98500"/>
  </cs:variation>
  <cs:variation>
    <a:tint val="30000"/>
  </cs:variation>
  <cs:variation>
    <a:tint val="60000"/>
  </cs:variation>
  <cs:variation>
    <a:tint val="80000"/>
  </cs:variation>
</cs:colorStyle>
</file>

<file path=ppt/charts/style1.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omments/modernComment_101_811D9A43.xml><?xml version="1.0" encoding="utf-8"?>
<p188:cmLst xmlns:a="http://schemas.openxmlformats.org/drawingml/2006/main" xmlns:r="http://schemas.openxmlformats.org/officeDocument/2006/relationships" xmlns:p188="http://schemas.microsoft.com/office/powerpoint/2018/8/main">
  <p188:cm id="{A00AFCD6-7FC2-44C9-9DBE-C52256DE8A11}" authorId="{EF433429-2F12-216C-FA41-899C2C5AB38D}" status="resolved" created="2025-11-11T21:54:17.697" complete="100000">
    <ac:deMkLst xmlns:ac="http://schemas.microsoft.com/office/drawing/2013/main/command">
      <pc:docMk xmlns:pc="http://schemas.microsoft.com/office/powerpoint/2013/main/command"/>
      <pc:sldMk xmlns:pc="http://schemas.microsoft.com/office/powerpoint/2013/main/command" cId="2166200899" sldId="257"/>
      <ac:picMk id="13" creationId="{2B726E3B-031E-FC37-74A8-AD5165CE3934}"/>
    </ac:deMkLst>
    <p188:txBody>
      <a:bodyPr/>
      <a:lstStyle/>
      <a:p>
        <a:r>
          <a:rPr lang="en-US"/>
          <a:t>Fix this fo it goes from 12 to 2?</a:t>
        </a:r>
      </a:p>
    </p188:txBody>
  </p188:cm>
  <p188:cm id="{9C452DA4-80D4-47D1-A877-4BE671845CA2}" authorId="{EF433429-2F12-216C-FA41-899C2C5AB38D}" created="2025-11-11T22:59:32.310">
    <ac:deMkLst xmlns:ac="http://schemas.microsoft.com/office/drawing/2013/main/command">
      <pc:docMk xmlns:pc="http://schemas.microsoft.com/office/powerpoint/2013/main/command"/>
      <pc:sldMk xmlns:pc="http://schemas.microsoft.com/office/powerpoint/2013/main/command" cId="2166200899" sldId="257"/>
      <ac:grpSpMk id="17" creationId="{98C0C93B-2141-9BDE-65ED-1F2DC58C64C0}"/>
    </ac:deMkLst>
    <p188:txBody>
      <a:bodyPr/>
      <a:lstStyle/>
      <a:p>
        <a:r>
          <a:rPr lang="en-US"/>
          <a:t>Recheck the weight matrix because I think I sorted it wrong</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
        <p:cNvGrpSpPr/>
        <p:nvPr/>
      </p:nvGrpSpPr>
      <p:grpSpPr>
        <a:xfrm>
          <a:off x="0" y="0"/>
          <a:ext cx="0" cy="0"/>
          <a:chOff x="0" y="0"/>
          <a:chExt cx="0" cy="0"/>
        </a:xfrm>
      </p:grpSpPr>
      <p:sp>
        <p:nvSpPr>
          <p:cNvPr id="2" name="Shape 2"/>
          <p:cNvSpPr txBox="1">
            <a:spLocks noGrp="1"/>
          </p:cNvSpPr>
          <p:nvPr>
            <p:ph type="hdr" idx="2"/>
          </p:nvPr>
        </p:nvSpPr>
        <p:spPr>
          <a:xfrm>
            <a:off x="2" y="0"/>
            <a:ext cx="3037839" cy="464820"/>
          </a:xfrm>
          <a:prstGeom prst="rect">
            <a:avLst/>
          </a:prstGeom>
          <a:noFill/>
          <a:ln>
            <a:noFill/>
          </a:ln>
        </p:spPr>
        <p:txBody>
          <a:bodyPr lIns="93148" tIns="93148" rIns="93148" bIns="93148" anchor="t" anchorCtr="0"/>
          <a:lstStyle>
            <a:lvl1pPr marL="0" marR="0" indent="0" algn="l" rtl="0">
              <a:lnSpc>
                <a:spcPct val="100000"/>
              </a:lnSpc>
              <a:spcBef>
                <a:spcPts val="0"/>
              </a:spcBef>
              <a:spcAft>
                <a:spcPts val="0"/>
              </a:spcAft>
              <a:buClr>
                <a:srgbClr val="000000"/>
              </a:buClr>
              <a:buFont typeface="Arial"/>
              <a:buNone/>
              <a:defRPr/>
            </a:lvl1pPr>
            <a:lvl2pPr marL="2448854" marR="0" indent="-3306" algn="l" rtl="0">
              <a:lnSpc>
                <a:spcPct val="100000"/>
              </a:lnSpc>
              <a:spcBef>
                <a:spcPts val="0"/>
              </a:spcBef>
              <a:spcAft>
                <a:spcPts val="0"/>
              </a:spcAft>
              <a:buClr>
                <a:srgbClr val="000000"/>
              </a:buClr>
              <a:buFont typeface="Arial"/>
              <a:buNone/>
              <a:defRPr/>
            </a:lvl2pPr>
            <a:lvl3pPr marL="4897709" marR="0" indent="-6613" algn="l" rtl="0">
              <a:lnSpc>
                <a:spcPct val="100000"/>
              </a:lnSpc>
              <a:spcBef>
                <a:spcPts val="0"/>
              </a:spcBef>
              <a:spcAft>
                <a:spcPts val="0"/>
              </a:spcAft>
              <a:buClr>
                <a:srgbClr val="000000"/>
              </a:buClr>
              <a:buFont typeface="Arial"/>
              <a:buNone/>
              <a:defRPr/>
            </a:lvl3pPr>
            <a:lvl4pPr marL="7346563" marR="0" indent="-9921" algn="l" rtl="0">
              <a:lnSpc>
                <a:spcPct val="100000"/>
              </a:lnSpc>
              <a:spcBef>
                <a:spcPts val="0"/>
              </a:spcBef>
              <a:spcAft>
                <a:spcPts val="0"/>
              </a:spcAft>
              <a:buClr>
                <a:srgbClr val="000000"/>
              </a:buClr>
              <a:buFont typeface="Arial"/>
              <a:buNone/>
              <a:defRPr/>
            </a:lvl4pPr>
            <a:lvl5pPr marL="9795418" marR="0" indent="-288" algn="l" rtl="0">
              <a:lnSpc>
                <a:spcPct val="100000"/>
              </a:lnSpc>
              <a:spcBef>
                <a:spcPts val="0"/>
              </a:spcBef>
              <a:spcAft>
                <a:spcPts val="0"/>
              </a:spcAft>
              <a:buClr>
                <a:srgbClr val="000000"/>
              </a:buClr>
              <a:buFont typeface="Arial"/>
              <a:buNone/>
              <a:defRPr/>
            </a:lvl5pPr>
            <a:lvl6pPr marL="12244273" marR="0" indent="-3596" algn="l" rtl="0">
              <a:lnSpc>
                <a:spcPct val="100000"/>
              </a:lnSpc>
              <a:spcBef>
                <a:spcPts val="0"/>
              </a:spcBef>
              <a:spcAft>
                <a:spcPts val="0"/>
              </a:spcAft>
              <a:buClr>
                <a:srgbClr val="000000"/>
              </a:buClr>
              <a:buFont typeface="Arial"/>
              <a:buNone/>
              <a:defRPr/>
            </a:lvl6pPr>
            <a:lvl7pPr marL="14693127" marR="0" indent="-6904" algn="l" rtl="0">
              <a:lnSpc>
                <a:spcPct val="100000"/>
              </a:lnSpc>
              <a:spcBef>
                <a:spcPts val="0"/>
              </a:spcBef>
              <a:spcAft>
                <a:spcPts val="0"/>
              </a:spcAft>
              <a:buClr>
                <a:srgbClr val="000000"/>
              </a:buClr>
              <a:buFont typeface="Arial"/>
              <a:buNone/>
              <a:defRPr/>
            </a:lvl7pPr>
            <a:lvl8pPr marL="17141984" marR="0" indent="-10213" algn="l" rtl="0">
              <a:lnSpc>
                <a:spcPct val="100000"/>
              </a:lnSpc>
              <a:spcBef>
                <a:spcPts val="0"/>
              </a:spcBef>
              <a:spcAft>
                <a:spcPts val="0"/>
              </a:spcAft>
              <a:buClr>
                <a:srgbClr val="000000"/>
              </a:buClr>
              <a:buFont typeface="Arial"/>
              <a:buNone/>
              <a:defRPr/>
            </a:lvl8pPr>
            <a:lvl9pPr marL="19590836" marR="0" indent="-578" algn="l" rtl="0">
              <a:lnSpc>
                <a:spcPct val="100000"/>
              </a:lnSpc>
              <a:spcBef>
                <a:spcPts val="0"/>
              </a:spcBef>
              <a:spcAft>
                <a:spcPts val="0"/>
              </a:spcAft>
              <a:buClr>
                <a:srgbClr val="000000"/>
              </a:buClr>
              <a:buFont typeface="Arial"/>
              <a:buNone/>
              <a:defRPr/>
            </a:lvl9pPr>
          </a:lstStyle>
          <a:p>
            <a:endParaRPr/>
          </a:p>
        </p:txBody>
      </p:sp>
      <p:sp>
        <p:nvSpPr>
          <p:cNvPr id="3" name="Shape 3"/>
          <p:cNvSpPr txBox="1">
            <a:spLocks noGrp="1"/>
          </p:cNvSpPr>
          <p:nvPr>
            <p:ph type="dt" idx="10"/>
          </p:nvPr>
        </p:nvSpPr>
        <p:spPr>
          <a:xfrm>
            <a:off x="3970938" y="0"/>
            <a:ext cx="3037839" cy="464820"/>
          </a:xfrm>
          <a:prstGeom prst="rect">
            <a:avLst/>
          </a:prstGeom>
          <a:noFill/>
          <a:ln>
            <a:noFill/>
          </a:ln>
        </p:spPr>
        <p:txBody>
          <a:bodyPr lIns="93148" tIns="93148" rIns="93148" bIns="93148" anchor="t" anchorCtr="0"/>
          <a:lstStyle>
            <a:lvl1pPr marL="0" marR="0" indent="0" algn="r" rtl="0">
              <a:lnSpc>
                <a:spcPct val="100000"/>
              </a:lnSpc>
              <a:spcBef>
                <a:spcPts val="0"/>
              </a:spcBef>
              <a:spcAft>
                <a:spcPts val="0"/>
              </a:spcAft>
              <a:buClr>
                <a:srgbClr val="000000"/>
              </a:buClr>
              <a:buFont typeface="Arial"/>
              <a:buNone/>
              <a:defRPr/>
            </a:lvl1pPr>
            <a:lvl2pPr marL="2448854" marR="0" indent="-3306" algn="l" rtl="0">
              <a:lnSpc>
                <a:spcPct val="100000"/>
              </a:lnSpc>
              <a:spcBef>
                <a:spcPts val="0"/>
              </a:spcBef>
              <a:spcAft>
                <a:spcPts val="0"/>
              </a:spcAft>
              <a:buClr>
                <a:srgbClr val="000000"/>
              </a:buClr>
              <a:buFont typeface="Arial"/>
              <a:buNone/>
              <a:defRPr/>
            </a:lvl2pPr>
            <a:lvl3pPr marL="4897709" marR="0" indent="-6613" algn="l" rtl="0">
              <a:lnSpc>
                <a:spcPct val="100000"/>
              </a:lnSpc>
              <a:spcBef>
                <a:spcPts val="0"/>
              </a:spcBef>
              <a:spcAft>
                <a:spcPts val="0"/>
              </a:spcAft>
              <a:buClr>
                <a:srgbClr val="000000"/>
              </a:buClr>
              <a:buFont typeface="Arial"/>
              <a:buNone/>
              <a:defRPr/>
            </a:lvl3pPr>
            <a:lvl4pPr marL="7346563" marR="0" indent="-9921" algn="l" rtl="0">
              <a:lnSpc>
                <a:spcPct val="100000"/>
              </a:lnSpc>
              <a:spcBef>
                <a:spcPts val="0"/>
              </a:spcBef>
              <a:spcAft>
                <a:spcPts val="0"/>
              </a:spcAft>
              <a:buClr>
                <a:srgbClr val="000000"/>
              </a:buClr>
              <a:buFont typeface="Arial"/>
              <a:buNone/>
              <a:defRPr/>
            </a:lvl4pPr>
            <a:lvl5pPr marL="9795418" marR="0" indent="-288" algn="l" rtl="0">
              <a:lnSpc>
                <a:spcPct val="100000"/>
              </a:lnSpc>
              <a:spcBef>
                <a:spcPts val="0"/>
              </a:spcBef>
              <a:spcAft>
                <a:spcPts val="0"/>
              </a:spcAft>
              <a:buClr>
                <a:srgbClr val="000000"/>
              </a:buClr>
              <a:buFont typeface="Arial"/>
              <a:buNone/>
              <a:defRPr/>
            </a:lvl5pPr>
            <a:lvl6pPr marL="12244273" marR="0" indent="-3596" algn="l" rtl="0">
              <a:lnSpc>
                <a:spcPct val="100000"/>
              </a:lnSpc>
              <a:spcBef>
                <a:spcPts val="0"/>
              </a:spcBef>
              <a:spcAft>
                <a:spcPts val="0"/>
              </a:spcAft>
              <a:buClr>
                <a:srgbClr val="000000"/>
              </a:buClr>
              <a:buFont typeface="Arial"/>
              <a:buNone/>
              <a:defRPr/>
            </a:lvl6pPr>
            <a:lvl7pPr marL="14693127" marR="0" indent="-6904" algn="l" rtl="0">
              <a:lnSpc>
                <a:spcPct val="100000"/>
              </a:lnSpc>
              <a:spcBef>
                <a:spcPts val="0"/>
              </a:spcBef>
              <a:spcAft>
                <a:spcPts val="0"/>
              </a:spcAft>
              <a:buClr>
                <a:srgbClr val="000000"/>
              </a:buClr>
              <a:buFont typeface="Arial"/>
              <a:buNone/>
              <a:defRPr/>
            </a:lvl7pPr>
            <a:lvl8pPr marL="17141984" marR="0" indent="-10213" algn="l" rtl="0">
              <a:lnSpc>
                <a:spcPct val="100000"/>
              </a:lnSpc>
              <a:spcBef>
                <a:spcPts val="0"/>
              </a:spcBef>
              <a:spcAft>
                <a:spcPts val="0"/>
              </a:spcAft>
              <a:buClr>
                <a:srgbClr val="000000"/>
              </a:buClr>
              <a:buFont typeface="Arial"/>
              <a:buNone/>
              <a:defRPr/>
            </a:lvl8pPr>
            <a:lvl9pPr marL="19590836" marR="0" indent="-578" algn="l" rtl="0">
              <a:lnSpc>
                <a:spcPct val="100000"/>
              </a:lnSpc>
              <a:spcBef>
                <a:spcPts val="0"/>
              </a:spcBef>
              <a:spcAft>
                <a:spcPts val="0"/>
              </a:spcAft>
              <a:buClr>
                <a:srgbClr val="000000"/>
              </a:buClr>
              <a:buFont typeface="Arial"/>
              <a:buNone/>
              <a:defRPr/>
            </a:lvl9pPr>
          </a:lstStyle>
          <a:p>
            <a:endParaRPr/>
          </a:p>
        </p:txBody>
      </p:sp>
      <p:sp>
        <p:nvSpPr>
          <p:cNvPr id="4" name="Shape 4"/>
          <p:cNvSpPr>
            <a:spLocks noGrp="1" noRot="1" noChangeAspect="1"/>
          </p:cNvSpPr>
          <p:nvPr>
            <p:ph type="sldImg" idx="3"/>
          </p:nvPr>
        </p:nvSpPr>
        <p:spPr>
          <a:xfrm>
            <a:off x="1181100" y="696913"/>
            <a:ext cx="4648200" cy="348615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a:solidFill>
              <a:srgbClr val="000000"/>
            </a:solidFill>
            <a:prstDash val="solid"/>
            <a:round/>
            <a:headEnd type="none" w="med" len="med"/>
            <a:tailEnd type="none" w="med" len="med"/>
          </a:ln>
        </p:spPr>
      </p:sp>
      <p:sp>
        <p:nvSpPr>
          <p:cNvPr id="5" name="Shape 5"/>
          <p:cNvSpPr txBox="1">
            <a:spLocks noGrp="1"/>
          </p:cNvSpPr>
          <p:nvPr>
            <p:ph type="body" idx="1"/>
          </p:nvPr>
        </p:nvSpPr>
        <p:spPr>
          <a:xfrm>
            <a:off x="701042" y="4415790"/>
            <a:ext cx="5608319" cy="4183380"/>
          </a:xfrm>
          <a:prstGeom prst="rect">
            <a:avLst/>
          </a:prstGeom>
          <a:noFill/>
          <a:ln>
            <a:noFill/>
          </a:ln>
        </p:spPr>
        <p:txBody>
          <a:bodyPr lIns="93148" tIns="93148" rIns="93148" bIns="93148" anchor="t" anchorCtr="0"/>
          <a:lstStyle>
            <a:lvl1pPr marL="0" marR="0" indent="0" algn="l" rtl="0">
              <a:spcBef>
                <a:spcPts val="0"/>
              </a:spcBef>
              <a:defRPr/>
            </a:lvl1pPr>
            <a:lvl2pPr marL="457200" marR="0" indent="0" algn="l" rtl="0">
              <a:spcBef>
                <a:spcPts val="0"/>
              </a:spcBef>
              <a:defRPr/>
            </a:lvl2pPr>
            <a:lvl3pPr marL="914400" marR="0" indent="0" algn="l" rtl="0">
              <a:spcBef>
                <a:spcPts val="0"/>
              </a:spcBef>
              <a:defRPr/>
            </a:lvl3pPr>
            <a:lvl4pPr marL="1371600" marR="0" indent="0" algn="l" rtl="0">
              <a:spcBef>
                <a:spcPts val="0"/>
              </a:spcBef>
              <a:defRPr/>
            </a:lvl4pPr>
            <a:lvl5pPr marL="1828800" marR="0" indent="0" algn="l" rtl="0">
              <a:spcBef>
                <a:spcPts val="0"/>
              </a:spcBef>
              <a:defRPr/>
            </a:lvl5pPr>
            <a:lvl6pPr marL="2286000" marR="0" indent="0" algn="l" rtl="0">
              <a:spcBef>
                <a:spcPts val="0"/>
              </a:spcBef>
              <a:defRPr/>
            </a:lvl6pPr>
            <a:lvl7pPr marL="2743200" marR="0" indent="0" algn="l" rtl="0">
              <a:spcBef>
                <a:spcPts val="0"/>
              </a:spcBef>
              <a:defRPr/>
            </a:lvl7pPr>
            <a:lvl8pPr marL="3200400" marR="0" indent="0" algn="l" rtl="0">
              <a:spcBef>
                <a:spcPts val="0"/>
              </a:spcBef>
              <a:defRPr/>
            </a:lvl8pPr>
            <a:lvl9pPr marL="3657600" marR="0" indent="0" algn="l" rtl="0">
              <a:spcBef>
                <a:spcPts val="0"/>
              </a:spcBef>
              <a:defRPr/>
            </a:lvl9pPr>
          </a:lstStyle>
          <a:p>
            <a:endParaRPr/>
          </a:p>
        </p:txBody>
      </p:sp>
      <p:sp>
        <p:nvSpPr>
          <p:cNvPr id="6" name="Shape 6"/>
          <p:cNvSpPr txBox="1">
            <a:spLocks noGrp="1"/>
          </p:cNvSpPr>
          <p:nvPr>
            <p:ph type="ftr" idx="11"/>
          </p:nvPr>
        </p:nvSpPr>
        <p:spPr>
          <a:xfrm>
            <a:off x="2" y="8829967"/>
            <a:ext cx="3037839" cy="464820"/>
          </a:xfrm>
          <a:prstGeom prst="rect">
            <a:avLst/>
          </a:prstGeom>
          <a:noFill/>
          <a:ln>
            <a:noFill/>
          </a:ln>
        </p:spPr>
        <p:txBody>
          <a:bodyPr lIns="93148" tIns="93148" rIns="93148" bIns="93148" anchor="b" anchorCtr="0"/>
          <a:lstStyle>
            <a:lvl1pPr marL="0" marR="0" indent="0" algn="l" rtl="0">
              <a:lnSpc>
                <a:spcPct val="100000"/>
              </a:lnSpc>
              <a:spcBef>
                <a:spcPts val="0"/>
              </a:spcBef>
              <a:spcAft>
                <a:spcPts val="0"/>
              </a:spcAft>
              <a:buClr>
                <a:srgbClr val="000000"/>
              </a:buClr>
              <a:buFont typeface="Arial"/>
              <a:buNone/>
              <a:defRPr/>
            </a:lvl1pPr>
            <a:lvl2pPr marL="2448854" marR="0" indent="-3306" algn="l" rtl="0">
              <a:lnSpc>
                <a:spcPct val="100000"/>
              </a:lnSpc>
              <a:spcBef>
                <a:spcPts val="0"/>
              </a:spcBef>
              <a:spcAft>
                <a:spcPts val="0"/>
              </a:spcAft>
              <a:buClr>
                <a:srgbClr val="000000"/>
              </a:buClr>
              <a:buFont typeface="Arial"/>
              <a:buNone/>
              <a:defRPr/>
            </a:lvl2pPr>
            <a:lvl3pPr marL="4897709" marR="0" indent="-6613" algn="l" rtl="0">
              <a:lnSpc>
                <a:spcPct val="100000"/>
              </a:lnSpc>
              <a:spcBef>
                <a:spcPts val="0"/>
              </a:spcBef>
              <a:spcAft>
                <a:spcPts val="0"/>
              </a:spcAft>
              <a:buClr>
                <a:srgbClr val="000000"/>
              </a:buClr>
              <a:buFont typeface="Arial"/>
              <a:buNone/>
              <a:defRPr/>
            </a:lvl3pPr>
            <a:lvl4pPr marL="7346563" marR="0" indent="-9921" algn="l" rtl="0">
              <a:lnSpc>
                <a:spcPct val="100000"/>
              </a:lnSpc>
              <a:spcBef>
                <a:spcPts val="0"/>
              </a:spcBef>
              <a:spcAft>
                <a:spcPts val="0"/>
              </a:spcAft>
              <a:buClr>
                <a:srgbClr val="000000"/>
              </a:buClr>
              <a:buFont typeface="Arial"/>
              <a:buNone/>
              <a:defRPr/>
            </a:lvl4pPr>
            <a:lvl5pPr marL="9795418" marR="0" indent="-288" algn="l" rtl="0">
              <a:lnSpc>
                <a:spcPct val="100000"/>
              </a:lnSpc>
              <a:spcBef>
                <a:spcPts val="0"/>
              </a:spcBef>
              <a:spcAft>
                <a:spcPts val="0"/>
              </a:spcAft>
              <a:buClr>
                <a:srgbClr val="000000"/>
              </a:buClr>
              <a:buFont typeface="Arial"/>
              <a:buNone/>
              <a:defRPr/>
            </a:lvl5pPr>
            <a:lvl6pPr marL="12244273" marR="0" indent="-3596" algn="l" rtl="0">
              <a:lnSpc>
                <a:spcPct val="100000"/>
              </a:lnSpc>
              <a:spcBef>
                <a:spcPts val="0"/>
              </a:spcBef>
              <a:spcAft>
                <a:spcPts val="0"/>
              </a:spcAft>
              <a:buClr>
                <a:srgbClr val="000000"/>
              </a:buClr>
              <a:buFont typeface="Arial"/>
              <a:buNone/>
              <a:defRPr/>
            </a:lvl6pPr>
            <a:lvl7pPr marL="14693127" marR="0" indent="-6904" algn="l" rtl="0">
              <a:lnSpc>
                <a:spcPct val="100000"/>
              </a:lnSpc>
              <a:spcBef>
                <a:spcPts val="0"/>
              </a:spcBef>
              <a:spcAft>
                <a:spcPts val="0"/>
              </a:spcAft>
              <a:buClr>
                <a:srgbClr val="000000"/>
              </a:buClr>
              <a:buFont typeface="Arial"/>
              <a:buNone/>
              <a:defRPr/>
            </a:lvl7pPr>
            <a:lvl8pPr marL="17141984" marR="0" indent="-10213" algn="l" rtl="0">
              <a:lnSpc>
                <a:spcPct val="100000"/>
              </a:lnSpc>
              <a:spcBef>
                <a:spcPts val="0"/>
              </a:spcBef>
              <a:spcAft>
                <a:spcPts val="0"/>
              </a:spcAft>
              <a:buClr>
                <a:srgbClr val="000000"/>
              </a:buClr>
              <a:buFont typeface="Arial"/>
              <a:buNone/>
              <a:defRPr/>
            </a:lvl8pPr>
            <a:lvl9pPr marL="19590836" marR="0" indent="-578" algn="l" rtl="0">
              <a:lnSpc>
                <a:spcPct val="100000"/>
              </a:lnSpc>
              <a:spcBef>
                <a:spcPts val="0"/>
              </a:spcBef>
              <a:spcAft>
                <a:spcPts val="0"/>
              </a:spcAft>
              <a:buClr>
                <a:srgbClr val="000000"/>
              </a:buClr>
              <a:buFont typeface="Arial"/>
              <a:buNone/>
              <a:defRPr/>
            </a:lvl9pPr>
          </a:lstStyle>
          <a:p>
            <a:endParaRPr/>
          </a:p>
        </p:txBody>
      </p:sp>
      <p:sp>
        <p:nvSpPr>
          <p:cNvPr id="7" name="Shape 7"/>
          <p:cNvSpPr txBox="1">
            <a:spLocks noGrp="1"/>
          </p:cNvSpPr>
          <p:nvPr>
            <p:ph type="sldNum" idx="12"/>
          </p:nvPr>
        </p:nvSpPr>
        <p:spPr>
          <a:xfrm>
            <a:off x="3970938" y="8829967"/>
            <a:ext cx="3037839" cy="464820"/>
          </a:xfrm>
          <a:prstGeom prst="rect">
            <a:avLst/>
          </a:prstGeom>
          <a:noFill/>
          <a:ln>
            <a:noFill/>
          </a:ln>
        </p:spPr>
        <p:txBody>
          <a:bodyPr lIns="93148" tIns="93148" rIns="93148" bIns="93148" anchor="b" anchorCtr="0">
            <a:noAutofit/>
          </a:bodyPr>
          <a:lstStyle/>
          <a:p>
            <a:pPr>
              <a:buClr>
                <a:srgbClr val="000000"/>
              </a:buClr>
            </a:pPr>
            <a:endParaRPr lang="en-US"/>
          </a:p>
          <a:p>
            <a:pPr lvl="1">
              <a:buClr>
                <a:srgbClr val="000000"/>
              </a:buClr>
              <a:buFont typeface="Arial"/>
              <a:buNone/>
            </a:pPr>
            <a:endParaRPr lang="en-US"/>
          </a:p>
          <a:p>
            <a:pPr lvl="2">
              <a:buClr>
                <a:srgbClr val="000000"/>
              </a:buClr>
              <a:buFont typeface="Arial"/>
              <a:buNone/>
            </a:pPr>
            <a:endParaRPr lang="en-US"/>
          </a:p>
          <a:p>
            <a:pPr lvl="3">
              <a:buClr>
                <a:srgbClr val="000000"/>
              </a:buClr>
              <a:buFont typeface="Arial"/>
              <a:buNone/>
            </a:pPr>
            <a:endParaRPr lang="en-US"/>
          </a:p>
          <a:p>
            <a:pPr lvl="4">
              <a:buClr>
                <a:srgbClr val="000000"/>
              </a:buClr>
              <a:buFont typeface="Arial"/>
              <a:buNone/>
            </a:pPr>
            <a:endParaRPr lang="en-US"/>
          </a:p>
          <a:p>
            <a:pPr lvl="5">
              <a:buClr>
                <a:srgbClr val="000000"/>
              </a:buClr>
              <a:buFont typeface="Arial"/>
              <a:buNone/>
            </a:pPr>
            <a:endParaRPr lang="en-US"/>
          </a:p>
          <a:p>
            <a:pPr lvl="6">
              <a:buClr>
                <a:srgbClr val="000000"/>
              </a:buClr>
              <a:buFont typeface="Arial"/>
              <a:buNone/>
            </a:pPr>
            <a:endParaRPr lang="en-US"/>
          </a:p>
          <a:p>
            <a:pPr lvl="7">
              <a:buClr>
                <a:srgbClr val="000000"/>
              </a:buClr>
              <a:buFont typeface="Arial"/>
              <a:buNone/>
            </a:pPr>
            <a:endParaRPr lang="en-US"/>
          </a:p>
          <a:p>
            <a:pPr lvl="8">
              <a:buClr>
                <a:srgbClr val="000000"/>
              </a:buClr>
              <a:buFont typeface="Arial"/>
              <a:buNone/>
            </a:pPr>
            <a:endParaRPr lang="en-US"/>
          </a:p>
        </p:txBody>
      </p:sp>
    </p:spTree>
    <p:extLst>
      <p:ext uri="{BB962C8B-B14F-4D97-AF65-F5344CB8AC3E}">
        <p14:creationId xmlns:p14="http://schemas.microsoft.com/office/powerpoint/2010/main" val="3942484264"/>
      </p:ext>
    </p:extLst>
  </p:cSld>
  <p:clrMap bg1="lt1" tx1="dk1" bg2="dk2" tx2="lt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Shape 137"/>
          <p:cNvSpPr>
            <a:spLocks noGrp="1" noRot="1" noChangeAspect="1"/>
          </p:cNvSpPr>
          <p:nvPr>
            <p:ph type="sldImg" idx="2"/>
          </p:nvPr>
        </p:nvSpPr>
        <p:spPr>
          <a:xfrm>
            <a:off x="1181100" y="696913"/>
            <a:ext cx="4648200" cy="348615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a:solidFill>
              <a:srgbClr val="000000"/>
            </a:solidFill>
            <a:prstDash val="solid"/>
            <a:round/>
            <a:headEnd type="none" w="med" len="med"/>
            <a:tailEnd type="none" w="med" len="med"/>
          </a:ln>
        </p:spPr>
      </p:sp>
      <p:sp>
        <p:nvSpPr>
          <p:cNvPr id="138" name="Shape 138"/>
          <p:cNvSpPr txBox="1">
            <a:spLocks noGrp="1"/>
          </p:cNvSpPr>
          <p:nvPr>
            <p:ph type="body" idx="1"/>
          </p:nvPr>
        </p:nvSpPr>
        <p:spPr>
          <a:xfrm>
            <a:off x="701042" y="4415790"/>
            <a:ext cx="5608319" cy="4183380"/>
          </a:xfrm>
          <a:prstGeom prst="rect">
            <a:avLst/>
          </a:prstGeom>
          <a:noFill/>
          <a:ln>
            <a:noFill/>
          </a:ln>
        </p:spPr>
        <p:txBody>
          <a:bodyPr lIns="93148" tIns="46561" rIns="93148" bIns="46561" anchor="t" anchorCtr="0">
            <a:noAutofit/>
          </a:bodyPr>
          <a:lstStyle/>
          <a:p>
            <a:pPr marL="171450" lvl="0" indent="-171450">
              <a:buClr>
                <a:schemeClr val="dk1"/>
              </a:buClr>
              <a:buSzPct val="100000"/>
              <a:buFontTx/>
              <a:buChar char="-"/>
            </a:pPr>
            <a:r>
              <a:rPr lang="en-US" dirty="0">
                <a:solidFill>
                  <a:schemeClr val="dk1"/>
                </a:solidFill>
                <a:latin typeface="Calibri"/>
                <a:ea typeface="Calibri"/>
                <a:cs typeface="Calibri"/>
                <a:sym typeface="Calibri"/>
              </a:rPr>
              <a:t>I replaced the db5 networks so that experimental data is on top and simulated data is on the bottom.  I forgot that </a:t>
            </a:r>
            <a:r>
              <a:rPr lang="en-US" dirty="0" err="1">
                <a:solidFill>
                  <a:schemeClr val="dk1"/>
                </a:solidFill>
                <a:latin typeface="Calibri"/>
                <a:ea typeface="Calibri"/>
                <a:cs typeface="Calibri"/>
                <a:sym typeface="Calibri"/>
              </a:rPr>
              <a:t>GRNsight</a:t>
            </a:r>
            <a:r>
              <a:rPr lang="en-US" dirty="0">
                <a:solidFill>
                  <a:schemeClr val="dk1"/>
                </a:solidFill>
                <a:latin typeface="Calibri"/>
                <a:ea typeface="Calibri"/>
                <a:cs typeface="Calibri"/>
                <a:sym typeface="Calibri"/>
              </a:rPr>
              <a:t> doesn’t have the simulated data.</a:t>
            </a:r>
          </a:p>
          <a:p>
            <a:pPr marL="171450" lvl="0" indent="-171450">
              <a:buClr>
                <a:schemeClr val="dk1"/>
              </a:buClr>
              <a:buSzPct val="100000"/>
              <a:buFontTx/>
              <a:buChar char="-"/>
            </a:pPr>
            <a:r>
              <a:rPr lang="en-US" dirty="0">
                <a:solidFill>
                  <a:schemeClr val="dk1"/>
                </a:solidFill>
                <a:latin typeface="Calibri"/>
                <a:ea typeface="Calibri"/>
                <a:cs typeface="Calibri"/>
                <a:sym typeface="Calibri"/>
              </a:rPr>
              <a:t>I reorganized the bullet points in the left panel.</a:t>
            </a:r>
          </a:p>
          <a:p>
            <a:pPr marL="171450" lvl="0" indent="-171450">
              <a:buClr>
                <a:schemeClr val="dk1"/>
              </a:buClr>
              <a:buSzPct val="100000"/>
              <a:buFontTx/>
              <a:buChar char="-"/>
            </a:pPr>
            <a:r>
              <a:rPr lang="en-US" dirty="0">
                <a:solidFill>
                  <a:schemeClr val="dk1"/>
                </a:solidFill>
                <a:latin typeface="Calibri"/>
                <a:ea typeface="Calibri"/>
                <a:cs typeface="Calibri"/>
                <a:sym typeface="Calibri"/>
              </a:rPr>
              <a:t>I fixed the label in the table so it correctly read “Estimate P and w, b held constant”</a:t>
            </a:r>
          </a:p>
          <a:p>
            <a:pPr marL="171450" lvl="0" indent="-171450">
              <a:buClr>
                <a:schemeClr val="dk1"/>
              </a:buClr>
              <a:buSzPct val="100000"/>
              <a:buFontTx/>
              <a:buChar char="-"/>
            </a:pPr>
            <a:r>
              <a:rPr lang="en-US" dirty="0">
                <a:solidFill>
                  <a:schemeClr val="dk1"/>
                </a:solidFill>
                <a:latin typeface="Calibri"/>
                <a:ea typeface="Calibri"/>
                <a:cs typeface="Calibri"/>
                <a:sym typeface="Calibri"/>
              </a:rPr>
              <a:t>I edited the bullet points below the box and whiskers plot in the central panel.</a:t>
            </a:r>
          </a:p>
          <a:p>
            <a:pPr marL="171450" lvl="0" indent="-171450">
              <a:buClr>
                <a:schemeClr val="dk1"/>
              </a:buClr>
              <a:buSzPct val="100000"/>
              <a:buFontTx/>
              <a:buChar char="-"/>
            </a:pPr>
            <a:r>
              <a:rPr lang="en-US" dirty="0">
                <a:solidFill>
                  <a:schemeClr val="dk1"/>
                </a:solidFill>
                <a:latin typeface="Calibri"/>
                <a:ea typeface="Calibri"/>
                <a:cs typeface="Calibri"/>
                <a:sym typeface="Calibri"/>
              </a:rPr>
              <a:t>I added the weight labels to the networks on the right side</a:t>
            </a:r>
          </a:p>
          <a:p>
            <a:pPr marL="171450" lvl="0" indent="-171450">
              <a:buClr>
                <a:schemeClr val="dk1"/>
              </a:buClr>
              <a:buSzPct val="100000"/>
              <a:buFontTx/>
              <a:buChar char="-"/>
            </a:pPr>
            <a:r>
              <a:rPr lang="en-US" dirty="0">
                <a:solidFill>
                  <a:schemeClr val="dk1"/>
                </a:solidFill>
                <a:latin typeface="Calibri"/>
                <a:ea typeface="Calibri"/>
                <a:cs typeface="Calibri"/>
                <a:sym typeface="Calibri"/>
              </a:rPr>
              <a:t>I reworded the future directions</a:t>
            </a:r>
          </a:p>
          <a:p>
            <a:pPr marL="171450" lvl="0" indent="-171450">
              <a:buClr>
                <a:schemeClr val="dk1"/>
              </a:buClr>
              <a:buSzPct val="100000"/>
              <a:buFontTx/>
              <a:buChar char="-"/>
            </a:pPr>
            <a:r>
              <a:rPr lang="en-US" dirty="0">
                <a:solidFill>
                  <a:schemeClr val="dk1"/>
                </a:solidFill>
                <a:latin typeface="Calibri"/>
                <a:ea typeface="Calibri"/>
                <a:cs typeface="Calibri"/>
                <a:sym typeface="Calibri"/>
              </a:rPr>
              <a:t>I fixed the references so that they are all in APA format and include a citation for the Dahlquist et al. (2018) data</a:t>
            </a:r>
          </a:p>
          <a:p>
            <a:pPr marL="171450" lvl="0" indent="-171450">
              <a:buClr>
                <a:schemeClr val="dk1"/>
              </a:buClr>
              <a:buSzPct val="100000"/>
              <a:buFontTx/>
              <a:buChar char="-"/>
            </a:pPr>
            <a:r>
              <a:rPr lang="en-US" dirty="0">
                <a:solidFill>
                  <a:schemeClr val="dk1"/>
                </a:solidFill>
                <a:latin typeface="Calibri"/>
                <a:ea typeface="Calibri"/>
                <a:cs typeface="Calibri"/>
                <a:sym typeface="Calibri"/>
              </a:rPr>
              <a:t>I aligned all the text</a:t>
            </a:r>
          </a:p>
          <a:p>
            <a:pPr marL="171450" lvl="0" indent="-171450">
              <a:buClr>
                <a:schemeClr val="dk1"/>
              </a:buClr>
              <a:buSzPct val="100000"/>
              <a:buFontTx/>
              <a:buChar char="-"/>
            </a:pPr>
            <a:endParaRPr lang="en-US" dirty="0">
              <a:solidFill>
                <a:schemeClr val="dk1"/>
              </a:solidFill>
              <a:latin typeface="Calibri"/>
              <a:ea typeface="Calibri"/>
              <a:cs typeface="Calibri"/>
              <a:sym typeface="Calibri"/>
            </a:endParaRPr>
          </a:p>
        </p:txBody>
      </p:sp>
      <p:sp>
        <p:nvSpPr>
          <p:cNvPr id="139" name="Shape 139"/>
          <p:cNvSpPr txBox="1">
            <a:spLocks noGrp="1"/>
          </p:cNvSpPr>
          <p:nvPr>
            <p:ph type="sldNum" idx="12"/>
          </p:nvPr>
        </p:nvSpPr>
        <p:spPr>
          <a:xfrm>
            <a:off x="3970938" y="8829967"/>
            <a:ext cx="3037839" cy="464820"/>
          </a:xfrm>
          <a:prstGeom prst="rect">
            <a:avLst/>
          </a:prstGeom>
          <a:noFill/>
          <a:ln>
            <a:noFill/>
          </a:ln>
        </p:spPr>
        <p:txBody>
          <a:bodyPr lIns="93148" tIns="46561" rIns="93148" bIns="46561" anchor="b" anchorCtr="0">
            <a:noAutofit/>
          </a:bodyPr>
          <a:lstStyle/>
          <a:p>
            <a:pPr algn="r">
              <a:buClr>
                <a:srgbClr val="000000"/>
              </a:buClr>
              <a:buSzPct val="25000"/>
            </a:pPr>
            <a:r>
              <a:rPr lang="en-US"/>
              <a:t> </a:t>
            </a:r>
          </a:p>
        </p:txBody>
      </p:sp>
    </p:spTree>
    <p:extLst>
      <p:ext uri="{BB962C8B-B14F-4D97-AF65-F5344CB8AC3E}">
        <p14:creationId xmlns:p14="http://schemas.microsoft.com/office/powerpoint/2010/main" val="6941328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Shape 14"/>
        <p:cNvGrpSpPr/>
        <p:nvPr/>
      </p:nvGrpSpPr>
      <p:grpSpPr>
        <a:xfrm>
          <a:off x="0" y="0"/>
          <a:ext cx="0" cy="0"/>
          <a:chOff x="0" y="0"/>
          <a:chExt cx="0" cy="0"/>
        </a:xfrm>
      </p:grpSpPr>
      <p:sp>
        <p:nvSpPr>
          <p:cNvPr id="15" name="Shape 15"/>
          <p:cNvSpPr txBox="1">
            <a:spLocks noGrp="1"/>
          </p:cNvSpPr>
          <p:nvPr>
            <p:ph type="ctrTitle"/>
          </p:nvPr>
        </p:nvSpPr>
        <p:spPr>
          <a:xfrm>
            <a:off x="3291839" y="10226042"/>
            <a:ext cx="37307518" cy="7056120"/>
          </a:xfrm>
          <a:prstGeom prst="rect">
            <a:avLst/>
          </a:prstGeom>
          <a:noFill/>
          <a:ln>
            <a:noFill/>
          </a:ln>
        </p:spPr>
        <p:txBody>
          <a:bodyPr lIns="91425" tIns="91425" rIns="91425" bIns="91425" anchor="ctr" anchorCtr="0"/>
          <a:lstStyle>
            <a:lvl1pPr marL="0" marR="0" indent="0" algn="ctr" rtl="0">
              <a:lnSpc>
                <a:spcPct val="100000"/>
              </a:lnSpc>
              <a:spcBef>
                <a:spcPts val="0"/>
              </a:spcBef>
              <a:spcAft>
                <a:spcPts val="0"/>
              </a:spcAft>
              <a:buClr>
                <a:schemeClr val="dk1"/>
              </a:buClr>
              <a:buFont typeface="Calibri"/>
              <a:buNone/>
              <a:defRPr/>
            </a:lvl1pPr>
            <a:lvl2pPr marL="0" marR="0" indent="0" algn="l" rtl="0">
              <a:lnSpc>
                <a:spcPct val="100000"/>
              </a:lnSpc>
              <a:spcBef>
                <a:spcPts val="0"/>
              </a:spcBef>
              <a:spcAft>
                <a:spcPts val="0"/>
              </a:spcAft>
              <a:buClr>
                <a:srgbClr val="000000"/>
              </a:buClr>
              <a:buFont typeface="Arial"/>
              <a:buNone/>
              <a:defRPr/>
            </a:lvl2pPr>
            <a:lvl3pPr marL="0" marR="0" indent="0" algn="l" rtl="0">
              <a:spcBef>
                <a:spcPts val="0"/>
              </a:spcBef>
              <a:defRPr/>
            </a:lvl3pPr>
            <a:lvl4pPr marL="0" marR="0" indent="0" algn="l" rtl="0">
              <a:spcBef>
                <a:spcPts val="0"/>
              </a:spcBef>
              <a:defRPr/>
            </a:lvl4pPr>
            <a:lvl5pPr marL="0" marR="0" indent="0" algn="l" rtl="0">
              <a:spcBef>
                <a:spcPts val="0"/>
              </a:spcBef>
              <a:defRPr/>
            </a:lvl5pPr>
            <a:lvl6pPr marL="0" marR="0" indent="0" algn="l" rtl="0">
              <a:spcBef>
                <a:spcPts val="0"/>
              </a:spcBef>
              <a:defRPr/>
            </a:lvl6pPr>
            <a:lvl7pPr marL="0" marR="0" indent="0" algn="l" rtl="0">
              <a:spcBef>
                <a:spcPts val="0"/>
              </a:spcBef>
              <a:defRPr/>
            </a:lvl7pPr>
            <a:lvl8pPr marL="0" marR="0" indent="0" algn="l" rtl="0">
              <a:spcBef>
                <a:spcPts val="0"/>
              </a:spcBef>
              <a:defRPr/>
            </a:lvl8pPr>
            <a:lvl9pPr marL="0" marR="0" indent="0" algn="l" rtl="0">
              <a:spcBef>
                <a:spcPts val="0"/>
              </a:spcBef>
              <a:defRPr/>
            </a:lvl9pPr>
          </a:lstStyle>
          <a:p>
            <a:r>
              <a:rPr lang="en-US"/>
              <a:t>Click to edit Master title style</a:t>
            </a:r>
            <a:endParaRPr/>
          </a:p>
        </p:txBody>
      </p:sp>
      <p:sp>
        <p:nvSpPr>
          <p:cNvPr id="16" name="Shape 16"/>
          <p:cNvSpPr txBox="1">
            <a:spLocks noGrp="1"/>
          </p:cNvSpPr>
          <p:nvPr>
            <p:ph type="subTitle" idx="1"/>
          </p:nvPr>
        </p:nvSpPr>
        <p:spPr>
          <a:xfrm>
            <a:off x="6583678" y="18653759"/>
            <a:ext cx="30723838" cy="8412480"/>
          </a:xfrm>
          <a:prstGeom prst="rect">
            <a:avLst/>
          </a:prstGeom>
          <a:noFill/>
          <a:ln>
            <a:noFill/>
          </a:ln>
        </p:spPr>
        <p:txBody>
          <a:bodyPr lIns="91425" tIns="91425" rIns="91425" bIns="91425" anchor="t" anchorCtr="0"/>
          <a:lstStyle>
            <a:lvl1pPr marL="0" marR="0" indent="0" algn="ctr" rtl="0">
              <a:lnSpc>
                <a:spcPct val="100000"/>
              </a:lnSpc>
              <a:spcBef>
                <a:spcPts val="3360"/>
              </a:spcBef>
              <a:spcAft>
                <a:spcPts val="0"/>
              </a:spcAft>
              <a:buClr>
                <a:srgbClr val="888888"/>
              </a:buClr>
              <a:buFont typeface="Arial"/>
              <a:buNone/>
              <a:defRPr/>
            </a:lvl1pPr>
            <a:lvl2pPr marL="2403546" marR="0" indent="-3245" algn="ctr" rtl="0">
              <a:lnSpc>
                <a:spcPct val="100000"/>
              </a:lnSpc>
              <a:spcBef>
                <a:spcPts val="2940"/>
              </a:spcBef>
              <a:spcAft>
                <a:spcPts val="0"/>
              </a:spcAft>
              <a:buClr>
                <a:srgbClr val="888888"/>
              </a:buClr>
              <a:buFont typeface="Arial"/>
              <a:buNone/>
              <a:defRPr/>
            </a:lvl2pPr>
            <a:lvl3pPr marL="4807092" marR="0" indent="-6491" algn="ctr" rtl="0">
              <a:lnSpc>
                <a:spcPct val="100000"/>
              </a:lnSpc>
              <a:spcBef>
                <a:spcPts val="2520"/>
              </a:spcBef>
              <a:spcAft>
                <a:spcPts val="0"/>
              </a:spcAft>
              <a:buClr>
                <a:srgbClr val="888888"/>
              </a:buClr>
              <a:buFont typeface="Arial"/>
              <a:buNone/>
              <a:defRPr/>
            </a:lvl3pPr>
            <a:lvl4pPr marL="7210638" marR="0" indent="-9738" algn="ctr" rtl="0">
              <a:lnSpc>
                <a:spcPct val="100000"/>
              </a:lnSpc>
              <a:spcBef>
                <a:spcPts val="2100"/>
              </a:spcBef>
              <a:spcAft>
                <a:spcPts val="0"/>
              </a:spcAft>
              <a:buClr>
                <a:srgbClr val="888888"/>
              </a:buClr>
              <a:buFont typeface="Arial"/>
              <a:buNone/>
              <a:defRPr/>
            </a:lvl4pPr>
            <a:lvl5pPr marL="9614184" marR="0" indent="-283" algn="ctr" rtl="0">
              <a:lnSpc>
                <a:spcPct val="100000"/>
              </a:lnSpc>
              <a:spcBef>
                <a:spcPts val="2100"/>
              </a:spcBef>
              <a:spcAft>
                <a:spcPts val="0"/>
              </a:spcAft>
              <a:buClr>
                <a:srgbClr val="888888"/>
              </a:buClr>
              <a:buFont typeface="Arial"/>
              <a:buNone/>
              <a:defRPr/>
            </a:lvl5pPr>
            <a:lvl6pPr marL="12017731" marR="0" indent="-3530" algn="ctr" rtl="0">
              <a:lnSpc>
                <a:spcPct val="100000"/>
              </a:lnSpc>
              <a:spcBef>
                <a:spcPts val="2100"/>
              </a:spcBef>
              <a:spcAft>
                <a:spcPts val="0"/>
              </a:spcAft>
              <a:buClr>
                <a:srgbClr val="888888"/>
              </a:buClr>
              <a:buFont typeface="Arial"/>
              <a:buNone/>
              <a:defRPr/>
            </a:lvl6pPr>
            <a:lvl7pPr marL="14421276" marR="0" indent="-6776" algn="ctr" rtl="0">
              <a:lnSpc>
                <a:spcPct val="100000"/>
              </a:lnSpc>
              <a:spcBef>
                <a:spcPts val="2100"/>
              </a:spcBef>
              <a:spcAft>
                <a:spcPts val="0"/>
              </a:spcAft>
              <a:buClr>
                <a:srgbClr val="888888"/>
              </a:buClr>
              <a:buFont typeface="Arial"/>
              <a:buNone/>
              <a:defRPr/>
            </a:lvl7pPr>
            <a:lvl8pPr marL="16824824" marR="0" indent="-10024" algn="ctr" rtl="0">
              <a:lnSpc>
                <a:spcPct val="100000"/>
              </a:lnSpc>
              <a:spcBef>
                <a:spcPts val="2100"/>
              </a:spcBef>
              <a:spcAft>
                <a:spcPts val="0"/>
              </a:spcAft>
              <a:buClr>
                <a:srgbClr val="888888"/>
              </a:buClr>
              <a:buFont typeface="Arial"/>
              <a:buNone/>
              <a:defRPr/>
            </a:lvl8pPr>
            <a:lvl9pPr marL="19228368" marR="0" indent="-567" algn="ctr" rtl="0">
              <a:lnSpc>
                <a:spcPct val="100000"/>
              </a:lnSpc>
              <a:spcBef>
                <a:spcPts val="2100"/>
              </a:spcBef>
              <a:spcAft>
                <a:spcPts val="0"/>
              </a:spcAft>
              <a:buClr>
                <a:srgbClr val="888888"/>
              </a:buClr>
              <a:buFont typeface="Arial"/>
              <a:buNone/>
              <a:defRPr/>
            </a:lvl9pPr>
          </a:lstStyle>
          <a:p>
            <a:r>
              <a:rPr lang="en-US"/>
              <a:t>Click to edit Master subtitle style</a:t>
            </a:r>
            <a:endParaRPr/>
          </a:p>
        </p:txBody>
      </p:sp>
      <p:sp>
        <p:nvSpPr>
          <p:cNvPr id="17" name="Shape 17"/>
          <p:cNvSpPr txBox="1">
            <a:spLocks noGrp="1"/>
          </p:cNvSpPr>
          <p:nvPr>
            <p:ph type="dt" idx="10"/>
          </p:nvPr>
        </p:nvSpPr>
        <p:spPr>
          <a:xfrm>
            <a:off x="2194558" y="30510484"/>
            <a:ext cx="10241279" cy="1752600"/>
          </a:xfrm>
          <a:prstGeom prst="rect">
            <a:avLst/>
          </a:prstGeom>
          <a:noFill/>
          <a:ln>
            <a:noFill/>
          </a:ln>
        </p:spPr>
        <p:txBody>
          <a:bodyPr lIns="91425" tIns="91425" rIns="91425" bIns="91425" anchor="ctr" anchorCtr="0"/>
          <a:lstStyle>
            <a:lvl1pPr marL="0" marR="0" indent="0" algn="l" rtl="0">
              <a:lnSpc>
                <a:spcPct val="100000"/>
              </a:lnSpc>
              <a:spcBef>
                <a:spcPts val="0"/>
              </a:spcBef>
              <a:spcAft>
                <a:spcPts val="0"/>
              </a:spcAft>
              <a:buClr>
                <a:srgbClr val="000000"/>
              </a:buClr>
              <a:buFont typeface="Arial"/>
              <a:buNone/>
              <a:defRPr/>
            </a:lvl1pPr>
            <a:lvl2pPr marL="2403546" marR="0" indent="-3245" algn="l" rtl="0">
              <a:lnSpc>
                <a:spcPct val="100000"/>
              </a:lnSpc>
              <a:spcBef>
                <a:spcPts val="0"/>
              </a:spcBef>
              <a:spcAft>
                <a:spcPts val="0"/>
              </a:spcAft>
              <a:buClr>
                <a:srgbClr val="000000"/>
              </a:buClr>
              <a:buFont typeface="Arial"/>
              <a:buNone/>
              <a:defRPr/>
            </a:lvl2pPr>
            <a:lvl3pPr marL="4807092" marR="0" indent="-6491" algn="l" rtl="0">
              <a:lnSpc>
                <a:spcPct val="100000"/>
              </a:lnSpc>
              <a:spcBef>
                <a:spcPts val="0"/>
              </a:spcBef>
              <a:spcAft>
                <a:spcPts val="0"/>
              </a:spcAft>
              <a:buClr>
                <a:srgbClr val="000000"/>
              </a:buClr>
              <a:buFont typeface="Arial"/>
              <a:buNone/>
              <a:defRPr/>
            </a:lvl3pPr>
            <a:lvl4pPr marL="7210638" marR="0" indent="-9738" algn="l" rtl="0">
              <a:lnSpc>
                <a:spcPct val="100000"/>
              </a:lnSpc>
              <a:spcBef>
                <a:spcPts val="0"/>
              </a:spcBef>
              <a:spcAft>
                <a:spcPts val="0"/>
              </a:spcAft>
              <a:buClr>
                <a:srgbClr val="000000"/>
              </a:buClr>
              <a:buFont typeface="Arial"/>
              <a:buNone/>
              <a:defRPr/>
            </a:lvl4pPr>
            <a:lvl5pPr marL="9614184" marR="0" indent="-283" algn="l" rtl="0">
              <a:lnSpc>
                <a:spcPct val="100000"/>
              </a:lnSpc>
              <a:spcBef>
                <a:spcPts val="0"/>
              </a:spcBef>
              <a:spcAft>
                <a:spcPts val="0"/>
              </a:spcAft>
              <a:buClr>
                <a:srgbClr val="000000"/>
              </a:buClr>
              <a:buFont typeface="Arial"/>
              <a:buNone/>
              <a:defRPr/>
            </a:lvl5pPr>
            <a:lvl6pPr marL="12017731" marR="0" indent="-3530" algn="l" rtl="0">
              <a:lnSpc>
                <a:spcPct val="100000"/>
              </a:lnSpc>
              <a:spcBef>
                <a:spcPts val="0"/>
              </a:spcBef>
              <a:spcAft>
                <a:spcPts val="0"/>
              </a:spcAft>
              <a:buClr>
                <a:srgbClr val="000000"/>
              </a:buClr>
              <a:buFont typeface="Arial"/>
              <a:buNone/>
              <a:defRPr/>
            </a:lvl6pPr>
            <a:lvl7pPr marL="14421276" marR="0" indent="-6776" algn="l" rtl="0">
              <a:lnSpc>
                <a:spcPct val="100000"/>
              </a:lnSpc>
              <a:spcBef>
                <a:spcPts val="0"/>
              </a:spcBef>
              <a:spcAft>
                <a:spcPts val="0"/>
              </a:spcAft>
              <a:buClr>
                <a:srgbClr val="000000"/>
              </a:buClr>
              <a:buFont typeface="Arial"/>
              <a:buNone/>
              <a:defRPr/>
            </a:lvl7pPr>
            <a:lvl8pPr marL="16824824" marR="0" indent="-10024" algn="l" rtl="0">
              <a:lnSpc>
                <a:spcPct val="100000"/>
              </a:lnSpc>
              <a:spcBef>
                <a:spcPts val="0"/>
              </a:spcBef>
              <a:spcAft>
                <a:spcPts val="0"/>
              </a:spcAft>
              <a:buClr>
                <a:srgbClr val="000000"/>
              </a:buClr>
              <a:buFont typeface="Arial"/>
              <a:buNone/>
              <a:defRPr/>
            </a:lvl8pPr>
            <a:lvl9pPr marL="19228368" marR="0" indent="-567" algn="l" rtl="0">
              <a:lnSpc>
                <a:spcPct val="100000"/>
              </a:lnSpc>
              <a:spcBef>
                <a:spcPts val="0"/>
              </a:spcBef>
              <a:spcAft>
                <a:spcPts val="0"/>
              </a:spcAft>
              <a:buClr>
                <a:srgbClr val="000000"/>
              </a:buClr>
              <a:buFont typeface="Arial"/>
              <a:buNone/>
              <a:defRPr/>
            </a:lvl9pPr>
          </a:lstStyle>
          <a:p>
            <a:endParaRPr/>
          </a:p>
        </p:txBody>
      </p:sp>
      <p:sp>
        <p:nvSpPr>
          <p:cNvPr id="18" name="Shape 18"/>
          <p:cNvSpPr txBox="1">
            <a:spLocks noGrp="1"/>
          </p:cNvSpPr>
          <p:nvPr>
            <p:ph type="ftr" idx="11"/>
          </p:nvPr>
        </p:nvSpPr>
        <p:spPr>
          <a:xfrm>
            <a:off x="14996159" y="30510484"/>
            <a:ext cx="13898879" cy="1752600"/>
          </a:xfrm>
          <a:prstGeom prst="rect">
            <a:avLst/>
          </a:prstGeom>
          <a:noFill/>
          <a:ln>
            <a:noFill/>
          </a:ln>
        </p:spPr>
        <p:txBody>
          <a:bodyPr lIns="91425" tIns="91425" rIns="91425" bIns="91425" anchor="ctr" anchorCtr="0"/>
          <a:lstStyle>
            <a:lvl1pPr marL="0" marR="0" indent="0" algn="ctr" rtl="0">
              <a:lnSpc>
                <a:spcPct val="100000"/>
              </a:lnSpc>
              <a:spcBef>
                <a:spcPts val="0"/>
              </a:spcBef>
              <a:spcAft>
                <a:spcPts val="0"/>
              </a:spcAft>
              <a:buClr>
                <a:srgbClr val="000000"/>
              </a:buClr>
              <a:buFont typeface="Arial"/>
              <a:buNone/>
              <a:defRPr/>
            </a:lvl1pPr>
            <a:lvl2pPr marL="2403546" marR="0" indent="-3245" algn="l" rtl="0">
              <a:lnSpc>
                <a:spcPct val="100000"/>
              </a:lnSpc>
              <a:spcBef>
                <a:spcPts val="0"/>
              </a:spcBef>
              <a:spcAft>
                <a:spcPts val="0"/>
              </a:spcAft>
              <a:buClr>
                <a:srgbClr val="000000"/>
              </a:buClr>
              <a:buFont typeface="Arial"/>
              <a:buNone/>
              <a:defRPr/>
            </a:lvl2pPr>
            <a:lvl3pPr marL="4807092" marR="0" indent="-6491" algn="l" rtl="0">
              <a:lnSpc>
                <a:spcPct val="100000"/>
              </a:lnSpc>
              <a:spcBef>
                <a:spcPts val="0"/>
              </a:spcBef>
              <a:spcAft>
                <a:spcPts val="0"/>
              </a:spcAft>
              <a:buClr>
                <a:srgbClr val="000000"/>
              </a:buClr>
              <a:buFont typeface="Arial"/>
              <a:buNone/>
              <a:defRPr/>
            </a:lvl3pPr>
            <a:lvl4pPr marL="7210638" marR="0" indent="-9738" algn="l" rtl="0">
              <a:lnSpc>
                <a:spcPct val="100000"/>
              </a:lnSpc>
              <a:spcBef>
                <a:spcPts val="0"/>
              </a:spcBef>
              <a:spcAft>
                <a:spcPts val="0"/>
              </a:spcAft>
              <a:buClr>
                <a:srgbClr val="000000"/>
              </a:buClr>
              <a:buFont typeface="Arial"/>
              <a:buNone/>
              <a:defRPr/>
            </a:lvl4pPr>
            <a:lvl5pPr marL="9614184" marR="0" indent="-283" algn="l" rtl="0">
              <a:lnSpc>
                <a:spcPct val="100000"/>
              </a:lnSpc>
              <a:spcBef>
                <a:spcPts val="0"/>
              </a:spcBef>
              <a:spcAft>
                <a:spcPts val="0"/>
              </a:spcAft>
              <a:buClr>
                <a:srgbClr val="000000"/>
              </a:buClr>
              <a:buFont typeface="Arial"/>
              <a:buNone/>
              <a:defRPr/>
            </a:lvl5pPr>
            <a:lvl6pPr marL="12017731" marR="0" indent="-3530" algn="l" rtl="0">
              <a:lnSpc>
                <a:spcPct val="100000"/>
              </a:lnSpc>
              <a:spcBef>
                <a:spcPts val="0"/>
              </a:spcBef>
              <a:spcAft>
                <a:spcPts val="0"/>
              </a:spcAft>
              <a:buClr>
                <a:srgbClr val="000000"/>
              </a:buClr>
              <a:buFont typeface="Arial"/>
              <a:buNone/>
              <a:defRPr/>
            </a:lvl6pPr>
            <a:lvl7pPr marL="14421276" marR="0" indent="-6776" algn="l" rtl="0">
              <a:lnSpc>
                <a:spcPct val="100000"/>
              </a:lnSpc>
              <a:spcBef>
                <a:spcPts val="0"/>
              </a:spcBef>
              <a:spcAft>
                <a:spcPts val="0"/>
              </a:spcAft>
              <a:buClr>
                <a:srgbClr val="000000"/>
              </a:buClr>
              <a:buFont typeface="Arial"/>
              <a:buNone/>
              <a:defRPr/>
            </a:lvl7pPr>
            <a:lvl8pPr marL="16824824" marR="0" indent="-10024" algn="l" rtl="0">
              <a:lnSpc>
                <a:spcPct val="100000"/>
              </a:lnSpc>
              <a:spcBef>
                <a:spcPts val="0"/>
              </a:spcBef>
              <a:spcAft>
                <a:spcPts val="0"/>
              </a:spcAft>
              <a:buClr>
                <a:srgbClr val="000000"/>
              </a:buClr>
              <a:buFont typeface="Arial"/>
              <a:buNone/>
              <a:defRPr/>
            </a:lvl8pPr>
            <a:lvl9pPr marL="19228368" marR="0" indent="-567" algn="l" rtl="0">
              <a:lnSpc>
                <a:spcPct val="100000"/>
              </a:lnSpc>
              <a:spcBef>
                <a:spcPts val="0"/>
              </a:spcBef>
              <a:spcAft>
                <a:spcPts val="0"/>
              </a:spcAft>
              <a:buClr>
                <a:srgbClr val="000000"/>
              </a:buClr>
              <a:buFont typeface="Arial"/>
              <a:buNone/>
              <a:defRPr/>
            </a:lvl9pPr>
          </a:lstStyle>
          <a:p>
            <a:endParaRPr/>
          </a:p>
        </p:txBody>
      </p:sp>
      <p:sp>
        <p:nvSpPr>
          <p:cNvPr id="19" name="Shape 19"/>
          <p:cNvSpPr txBox="1">
            <a:spLocks noGrp="1"/>
          </p:cNvSpPr>
          <p:nvPr>
            <p:ph type="sldNum" idx="12"/>
          </p:nvPr>
        </p:nvSpPr>
        <p:spPr>
          <a:xfrm>
            <a:off x="31455359" y="30510484"/>
            <a:ext cx="10241279" cy="1752600"/>
          </a:xfrm>
          <a:prstGeom prst="rect">
            <a:avLst/>
          </a:prstGeom>
          <a:noFill/>
          <a:ln>
            <a:noFill/>
          </a:ln>
        </p:spPr>
        <p:txBody>
          <a:bodyPr lIns="91425" tIns="91425" rIns="91425" bIns="91425" anchor="ctr" anchorCtr="0">
            <a:noAutofit/>
          </a:bodyPr>
          <a:lstStyle/>
          <a:p>
            <a:pPr marL="0" lvl="0" indent="0">
              <a:spcBef>
                <a:spcPts val="0"/>
              </a:spcBef>
              <a:buClr>
                <a:srgbClr val="000000"/>
              </a:buClr>
              <a:buFont typeface="Arial"/>
              <a:buNone/>
            </a:pPr>
            <a:endParaRPr sz="1400" b="0" i="0" u="none" strike="noStrike" cap="none" baseline="0">
              <a:solidFill>
                <a:srgbClr val="000000"/>
              </a:solidFill>
              <a:latin typeface="Arial"/>
              <a:ea typeface="Arial"/>
              <a:cs typeface="Arial"/>
              <a:sym typeface="Arial"/>
              <a:rtl val="0"/>
            </a:endParaRPr>
          </a:p>
          <a:p>
            <a:pPr marL="0" lvl="1" indent="0">
              <a:spcBef>
                <a:spcPts val="0"/>
              </a:spcBef>
              <a:buClr>
                <a:srgbClr val="000000"/>
              </a:buClr>
              <a:buFont typeface="Arial"/>
              <a:buNone/>
            </a:pPr>
            <a:endParaRPr sz="1400" b="0" i="0" u="none" strike="noStrike" cap="none" baseline="0">
              <a:solidFill>
                <a:srgbClr val="000000"/>
              </a:solidFill>
              <a:latin typeface="Arial"/>
              <a:ea typeface="Arial"/>
              <a:cs typeface="Arial"/>
              <a:sym typeface="Arial"/>
              <a:rtl val="0"/>
            </a:endParaRPr>
          </a:p>
          <a:p>
            <a:pPr marL="0" lvl="2" indent="0">
              <a:spcBef>
                <a:spcPts val="0"/>
              </a:spcBef>
              <a:buClr>
                <a:srgbClr val="000000"/>
              </a:buClr>
              <a:buFont typeface="Arial"/>
              <a:buNone/>
            </a:pPr>
            <a:endParaRPr sz="1400" b="0" i="0" u="none" strike="noStrike" cap="none" baseline="0">
              <a:solidFill>
                <a:srgbClr val="000000"/>
              </a:solidFill>
              <a:latin typeface="Arial"/>
              <a:ea typeface="Arial"/>
              <a:cs typeface="Arial"/>
              <a:sym typeface="Arial"/>
              <a:rtl val="0"/>
            </a:endParaRPr>
          </a:p>
          <a:p>
            <a:pPr marL="0" lvl="3" indent="0">
              <a:spcBef>
                <a:spcPts val="0"/>
              </a:spcBef>
              <a:buClr>
                <a:srgbClr val="000000"/>
              </a:buClr>
              <a:buFont typeface="Arial"/>
              <a:buNone/>
            </a:pPr>
            <a:endParaRPr sz="1400" b="0" i="0" u="none" strike="noStrike" cap="none" baseline="0">
              <a:solidFill>
                <a:srgbClr val="000000"/>
              </a:solidFill>
              <a:latin typeface="Arial"/>
              <a:ea typeface="Arial"/>
              <a:cs typeface="Arial"/>
              <a:sym typeface="Arial"/>
              <a:rtl val="0"/>
            </a:endParaRPr>
          </a:p>
          <a:p>
            <a:pPr marL="0" lvl="4" indent="0">
              <a:spcBef>
                <a:spcPts val="0"/>
              </a:spcBef>
              <a:buClr>
                <a:srgbClr val="000000"/>
              </a:buClr>
              <a:buFont typeface="Arial"/>
              <a:buNone/>
            </a:pPr>
            <a:endParaRPr sz="1400" b="0" i="0" u="none" strike="noStrike" cap="none" baseline="0">
              <a:solidFill>
                <a:srgbClr val="000000"/>
              </a:solidFill>
              <a:latin typeface="Arial"/>
              <a:ea typeface="Arial"/>
              <a:cs typeface="Arial"/>
              <a:sym typeface="Arial"/>
              <a:rtl val="0"/>
            </a:endParaRPr>
          </a:p>
          <a:p>
            <a:pPr marL="0" lvl="5" indent="0">
              <a:spcBef>
                <a:spcPts val="0"/>
              </a:spcBef>
              <a:buClr>
                <a:srgbClr val="000000"/>
              </a:buClr>
              <a:buFont typeface="Arial"/>
              <a:buNone/>
            </a:pPr>
            <a:endParaRPr sz="1400" b="0" i="0" u="none" strike="noStrike" cap="none" baseline="0">
              <a:solidFill>
                <a:srgbClr val="000000"/>
              </a:solidFill>
              <a:latin typeface="Arial"/>
              <a:ea typeface="Arial"/>
              <a:cs typeface="Arial"/>
              <a:sym typeface="Arial"/>
              <a:rtl val="0"/>
            </a:endParaRPr>
          </a:p>
          <a:p>
            <a:pPr marL="0" lvl="6" indent="0">
              <a:spcBef>
                <a:spcPts val="0"/>
              </a:spcBef>
              <a:buClr>
                <a:srgbClr val="000000"/>
              </a:buClr>
              <a:buFont typeface="Arial"/>
              <a:buNone/>
            </a:pPr>
            <a:endParaRPr sz="1400" b="0" i="0" u="none" strike="noStrike" cap="none" baseline="0">
              <a:solidFill>
                <a:srgbClr val="000000"/>
              </a:solidFill>
              <a:latin typeface="Arial"/>
              <a:ea typeface="Arial"/>
              <a:cs typeface="Arial"/>
              <a:sym typeface="Arial"/>
              <a:rtl val="0"/>
            </a:endParaRPr>
          </a:p>
          <a:p>
            <a:pPr marL="0" lvl="7" indent="0">
              <a:spcBef>
                <a:spcPts val="0"/>
              </a:spcBef>
              <a:buClr>
                <a:srgbClr val="000000"/>
              </a:buClr>
              <a:buFont typeface="Arial"/>
              <a:buNone/>
            </a:pPr>
            <a:endParaRPr sz="1400" b="0" i="0" u="none" strike="noStrike" cap="none" baseline="0">
              <a:solidFill>
                <a:srgbClr val="000000"/>
              </a:solidFill>
              <a:latin typeface="Arial"/>
              <a:ea typeface="Arial"/>
              <a:cs typeface="Arial"/>
              <a:sym typeface="Arial"/>
              <a:rtl val="0"/>
            </a:endParaRPr>
          </a:p>
          <a:p>
            <a:pPr marL="0" lvl="8" indent="0">
              <a:spcBef>
                <a:spcPts val="0"/>
              </a:spcBef>
              <a:buClr>
                <a:srgbClr val="000000"/>
              </a:buClr>
              <a:buFont typeface="Arial"/>
              <a:buNone/>
            </a:pPr>
            <a:endParaRPr sz="1400" b="0" i="0" u="none" strike="noStrike" cap="none" baseline="0">
              <a:solidFill>
                <a:srgbClr val="000000"/>
              </a:solidFill>
              <a:latin typeface="Arial"/>
              <a:ea typeface="Arial"/>
              <a:cs typeface="Arial"/>
              <a:sym typeface="Arial"/>
              <a:rtl val="0"/>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woTxTwoObj">
  <p:cSld name="Comparison">
    <p:spTree>
      <p:nvGrpSpPr>
        <p:cNvPr id="1" name="Shape 39"/>
        <p:cNvGrpSpPr/>
        <p:nvPr/>
      </p:nvGrpSpPr>
      <p:grpSpPr>
        <a:xfrm>
          <a:off x="0" y="0"/>
          <a:ext cx="0" cy="0"/>
          <a:chOff x="0" y="0"/>
          <a:chExt cx="0" cy="0"/>
        </a:xfrm>
      </p:grpSpPr>
      <p:sp>
        <p:nvSpPr>
          <p:cNvPr id="40" name="Shape 40"/>
          <p:cNvSpPr txBox="1">
            <a:spLocks noGrp="1"/>
          </p:cNvSpPr>
          <p:nvPr>
            <p:ph type="title"/>
          </p:nvPr>
        </p:nvSpPr>
        <p:spPr>
          <a:xfrm>
            <a:off x="2194558" y="1318262"/>
            <a:ext cx="39502080" cy="5486399"/>
          </a:xfrm>
          <a:prstGeom prst="rect">
            <a:avLst/>
          </a:prstGeom>
          <a:noFill/>
          <a:ln>
            <a:noFill/>
          </a:ln>
        </p:spPr>
        <p:txBody>
          <a:bodyPr lIns="91425" tIns="91425" rIns="91425" bIns="91425" anchor="ctr" anchorCtr="0"/>
          <a:lstStyle>
            <a:lvl1pPr rtl="0">
              <a:spcBef>
                <a:spcPts val="0"/>
              </a:spcBef>
              <a:defRPr/>
            </a:lvl1pPr>
            <a:lvl2pPr rtl="0">
              <a:spcBef>
                <a:spcPts val="0"/>
              </a:spcBef>
              <a:defRPr/>
            </a:lvl2pPr>
            <a:lvl3pPr rtl="0">
              <a:spcBef>
                <a:spcPts val="0"/>
              </a:spcBef>
              <a:defRPr/>
            </a:lvl3pPr>
            <a:lvl4pPr rtl="0">
              <a:spcBef>
                <a:spcPts val="0"/>
              </a:spcBef>
              <a:defRPr/>
            </a:lvl4pPr>
            <a:lvl5pPr rtl="0">
              <a:spcBef>
                <a:spcPts val="0"/>
              </a:spcBef>
              <a:defRPr/>
            </a:lvl5pPr>
            <a:lvl6pPr rtl="0">
              <a:spcBef>
                <a:spcPts val="0"/>
              </a:spcBef>
              <a:defRPr/>
            </a:lvl6pPr>
            <a:lvl7pPr rtl="0">
              <a:spcBef>
                <a:spcPts val="0"/>
              </a:spcBef>
              <a:defRPr/>
            </a:lvl7pPr>
            <a:lvl8pPr rtl="0">
              <a:spcBef>
                <a:spcPts val="0"/>
              </a:spcBef>
              <a:defRPr/>
            </a:lvl8pPr>
            <a:lvl9pPr rtl="0">
              <a:spcBef>
                <a:spcPts val="0"/>
              </a:spcBef>
              <a:defRPr/>
            </a:lvl9pPr>
          </a:lstStyle>
          <a:p>
            <a:r>
              <a:rPr lang="en-US"/>
              <a:t>Click to edit Master title style</a:t>
            </a:r>
            <a:endParaRPr/>
          </a:p>
        </p:txBody>
      </p:sp>
      <p:sp>
        <p:nvSpPr>
          <p:cNvPr id="41" name="Shape 41"/>
          <p:cNvSpPr txBox="1">
            <a:spLocks noGrp="1"/>
          </p:cNvSpPr>
          <p:nvPr>
            <p:ph type="body" idx="1"/>
          </p:nvPr>
        </p:nvSpPr>
        <p:spPr>
          <a:xfrm>
            <a:off x="2194558" y="7368542"/>
            <a:ext cx="19392903" cy="3070857"/>
          </a:xfrm>
          <a:prstGeom prst="rect">
            <a:avLst/>
          </a:prstGeom>
          <a:noFill/>
          <a:ln>
            <a:noFill/>
          </a:ln>
        </p:spPr>
        <p:txBody>
          <a:bodyPr lIns="91425" tIns="91425" rIns="91425" bIns="91425" anchor="b" anchorCtr="0"/>
          <a:lstStyle>
            <a:lvl1pPr marL="0" indent="0" rtl="0">
              <a:spcBef>
                <a:spcPts val="0"/>
              </a:spcBef>
              <a:buFont typeface="Calibri"/>
              <a:buNone/>
              <a:defRPr/>
            </a:lvl1pPr>
            <a:lvl2pPr marL="2403546" indent="-3245" rtl="0">
              <a:spcBef>
                <a:spcPts val="0"/>
              </a:spcBef>
              <a:buFont typeface="Calibri"/>
              <a:buNone/>
              <a:defRPr/>
            </a:lvl2pPr>
            <a:lvl3pPr marL="4807092" indent="-6491" rtl="0">
              <a:spcBef>
                <a:spcPts val="0"/>
              </a:spcBef>
              <a:buFont typeface="Calibri"/>
              <a:buNone/>
              <a:defRPr/>
            </a:lvl3pPr>
            <a:lvl4pPr marL="7210638" indent="-9738" rtl="0">
              <a:spcBef>
                <a:spcPts val="0"/>
              </a:spcBef>
              <a:buFont typeface="Calibri"/>
              <a:buNone/>
              <a:defRPr/>
            </a:lvl4pPr>
            <a:lvl5pPr marL="9614184" indent="-283" rtl="0">
              <a:spcBef>
                <a:spcPts val="0"/>
              </a:spcBef>
              <a:buFont typeface="Calibri"/>
              <a:buNone/>
              <a:defRPr/>
            </a:lvl5pPr>
            <a:lvl6pPr marL="12017731" indent="-3530" rtl="0">
              <a:spcBef>
                <a:spcPts val="0"/>
              </a:spcBef>
              <a:buFont typeface="Calibri"/>
              <a:buNone/>
              <a:defRPr/>
            </a:lvl6pPr>
            <a:lvl7pPr marL="14421276" indent="-6776" rtl="0">
              <a:spcBef>
                <a:spcPts val="0"/>
              </a:spcBef>
              <a:buFont typeface="Calibri"/>
              <a:buNone/>
              <a:defRPr/>
            </a:lvl7pPr>
            <a:lvl8pPr marL="16824824" indent="-10024" rtl="0">
              <a:spcBef>
                <a:spcPts val="0"/>
              </a:spcBef>
              <a:buFont typeface="Calibri"/>
              <a:buNone/>
              <a:defRPr/>
            </a:lvl8pPr>
            <a:lvl9pPr marL="19228368" indent="-567" rtl="0">
              <a:spcBef>
                <a:spcPts val="0"/>
              </a:spcBef>
              <a:buFont typeface="Calibri"/>
              <a:buNone/>
              <a:defRPr/>
            </a:lvl9pPr>
          </a:lstStyle>
          <a:p>
            <a:pPr lvl="0"/>
            <a:r>
              <a:rPr lang="en-US"/>
              <a:t>Click to edit Master text styles</a:t>
            </a:r>
          </a:p>
        </p:txBody>
      </p:sp>
      <p:sp>
        <p:nvSpPr>
          <p:cNvPr id="42" name="Shape 42"/>
          <p:cNvSpPr txBox="1">
            <a:spLocks noGrp="1"/>
          </p:cNvSpPr>
          <p:nvPr>
            <p:ph type="body" idx="2"/>
          </p:nvPr>
        </p:nvSpPr>
        <p:spPr>
          <a:xfrm>
            <a:off x="2194558" y="10439400"/>
            <a:ext cx="19392903" cy="18966180"/>
          </a:xfrm>
          <a:prstGeom prst="rect">
            <a:avLst/>
          </a:prstGeom>
          <a:noFill/>
          <a:ln>
            <a:noFill/>
          </a:ln>
        </p:spPr>
        <p:txBody>
          <a:bodyPr lIns="91425" tIns="91425" rIns="91425" bIns="91425" anchor="t" anchorCtr="0"/>
          <a:lstStyle>
            <a:lvl1pPr rtl="0">
              <a:spcBef>
                <a:spcPts val="0"/>
              </a:spcBef>
              <a:defRPr/>
            </a:lvl1pPr>
            <a:lvl2pPr rtl="0">
              <a:spcBef>
                <a:spcPts val="0"/>
              </a:spcBef>
              <a:defRPr/>
            </a:lvl2pPr>
            <a:lvl3pPr rtl="0">
              <a:spcBef>
                <a:spcPts val="0"/>
              </a:spcBef>
              <a:defRPr/>
            </a:lvl3pPr>
            <a:lvl4pPr rtl="0">
              <a:spcBef>
                <a:spcPts val="0"/>
              </a:spcBef>
              <a:defRPr/>
            </a:lvl4pPr>
            <a:lvl5pPr rtl="0">
              <a:spcBef>
                <a:spcPts val="0"/>
              </a:spcBef>
              <a:defRPr/>
            </a:lvl5pPr>
            <a:lvl6pPr rtl="0">
              <a:spcBef>
                <a:spcPts val="0"/>
              </a:spcBef>
              <a:defRPr/>
            </a:lvl6pPr>
            <a:lvl7pPr rtl="0">
              <a:spcBef>
                <a:spcPts val="0"/>
              </a:spcBef>
              <a:defRPr/>
            </a:lvl7pPr>
            <a:lvl8pPr rtl="0">
              <a:spcBef>
                <a:spcPts val="0"/>
              </a:spcBef>
              <a:defRPr/>
            </a:lvl8pPr>
            <a:lvl9pPr rtl="0">
              <a:spcBef>
                <a:spcPts val="0"/>
              </a:spcBef>
              <a:defRPr/>
            </a:lvl9pPr>
          </a:lstStyle>
          <a:p>
            <a:pPr lvl="0"/>
            <a:r>
              <a:rPr lang="en-US"/>
              <a:t>Click to edit Master text styles</a:t>
            </a:r>
          </a:p>
        </p:txBody>
      </p:sp>
      <p:sp>
        <p:nvSpPr>
          <p:cNvPr id="43" name="Shape 43"/>
          <p:cNvSpPr txBox="1">
            <a:spLocks noGrp="1"/>
          </p:cNvSpPr>
          <p:nvPr>
            <p:ph type="body" idx="3"/>
          </p:nvPr>
        </p:nvSpPr>
        <p:spPr>
          <a:xfrm>
            <a:off x="22296123" y="7368542"/>
            <a:ext cx="19400519" cy="3070857"/>
          </a:xfrm>
          <a:prstGeom prst="rect">
            <a:avLst/>
          </a:prstGeom>
          <a:noFill/>
          <a:ln>
            <a:noFill/>
          </a:ln>
        </p:spPr>
        <p:txBody>
          <a:bodyPr lIns="91425" tIns="91425" rIns="91425" bIns="91425" anchor="b" anchorCtr="0"/>
          <a:lstStyle>
            <a:lvl1pPr marL="0" indent="0" rtl="0">
              <a:spcBef>
                <a:spcPts val="0"/>
              </a:spcBef>
              <a:buFont typeface="Calibri"/>
              <a:buNone/>
              <a:defRPr/>
            </a:lvl1pPr>
            <a:lvl2pPr marL="2403546" indent="-3245" rtl="0">
              <a:spcBef>
                <a:spcPts val="0"/>
              </a:spcBef>
              <a:buFont typeface="Calibri"/>
              <a:buNone/>
              <a:defRPr/>
            </a:lvl2pPr>
            <a:lvl3pPr marL="4807092" indent="-6491" rtl="0">
              <a:spcBef>
                <a:spcPts val="0"/>
              </a:spcBef>
              <a:buFont typeface="Calibri"/>
              <a:buNone/>
              <a:defRPr/>
            </a:lvl3pPr>
            <a:lvl4pPr marL="7210638" indent="-9738" rtl="0">
              <a:spcBef>
                <a:spcPts val="0"/>
              </a:spcBef>
              <a:buFont typeface="Calibri"/>
              <a:buNone/>
              <a:defRPr/>
            </a:lvl4pPr>
            <a:lvl5pPr marL="9614184" indent="-283" rtl="0">
              <a:spcBef>
                <a:spcPts val="0"/>
              </a:spcBef>
              <a:buFont typeface="Calibri"/>
              <a:buNone/>
              <a:defRPr/>
            </a:lvl5pPr>
            <a:lvl6pPr marL="12017731" indent="-3530" rtl="0">
              <a:spcBef>
                <a:spcPts val="0"/>
              </a:spcBef>
              <a:buFont typeface="Calibri"/>
              <a:buNone/>
              <a:defRPr/>
            </a:lvl6pPr>
            <a:lvl7pPr marL="14421276" indent="-6776" rtl="0">
              <a:spcBef>
                <a:spcPts val="0"/>
              </a:spcBef>
              <a:buFont typeface="Calibri"/>
              <a:buNone/>
              <a:defRPr/>
            </a:lvl7pPr>
            <a:lvl8pPr marL="16824824" indent="-10024" rtl="0">
              <a:spcBef>
                <a:spcPts val="0"/>
              </a:spcBef>
              <a:buFont typeface="Calibri"/>
              <a:buNone/>
              <a:defRPr/>
            </a:lvl8pPr>
            <a:lvl9pPr marL="19228368" indent="-567" rtl="0">
              <a:spcBef>
                <a:spcPts val="0"/>
              </a:spcBef>
              <a:buFont typeface="Calibri"/>
              <a:buNone/>
              <a:defRPr/>
            </a:lvl9pPr>
          </a:lstStyle>
          <a:p>
            <a:pPr lvl="0"/>
            <a:r>
              <a:rPr lang="en-US"/>
              <a:t>Click to edit Master text styles</a:t>
            </a:r>
          </a:p>
        </p:txBody>
      </p:sp>
      <p:sp>
        <p:nvSpPr>
          <p:cNvPr id="44" name="Shape 44"/>
          <p:cNvSpPr txBox="1">
            <a:spLocks noGrp="1"/>
          </p:cNvSpPr>
          <p:nvPr>
            <p:ph type="body" idx="4"/>
          </p:nvPr>
        </p:nvSpPr>
        <p:spPr>
          <a:xfrm>
            <a:off x="22296123" y="10439400"/>
            <a:ext cx="19400519" cy="18966180"/>
          </a:xfrm>
          <a:prstGeom prst="rect">
            <a:avLst/>
          </a:prstGeom>
          <a:noFill/>
          <a:ln>
            <a:noFill/>
          </a:ln>
        </p:spPr>
        <p:txBody>
          <a:bodyPr lIns="91425" tIns="91425" rIns="91425" bIns="91425" anchor="t" anchorCtr="0"/>
          <a:lstStyle>
            <a:lvl1pPr rtl="0">
              <a:spcBef>
                <a:spcPts val="0"/>
              </a:spcBef>
              <a:defRPr/>
            </a:lvl1pPr>
            <a:lvl2pPr rtl="0">
              <a:spcBef>
                <a:spcPts val="0"/>
              </a:spcBef>
              <a:defRPr/>
            </a:lvl2pPr>
            <a:lvl3pPr rtl="0">
              <a:spcBef>
                <a:spcPts val="0"/>
              </a:spcBef>
              <a:defRPr/>
            </a:lvl3pPr>
            <a:lvl4pPr rtl="0">
              <a:spcBef>
                <a:spcPts val="0"/>
              </a:spcBef>
              <a:defRPr/>
            </a:lvl4pPr>
            <a:lvl5pPr rtl="0">
              <a:spcBef>
                <a:spcPts val="0"/>
              </a:spcBef>
              <a:defRPr/>
            </a:lvl5pPr>
            <a:lvl6pPr rtl="0">
              <a:spcBef>
                <a:spcPts val="0"/>
              </a:spcBef>
              <a:defRPr/>
            </a:lvl6pPr>
            <a:lvl7pPr rtl="0">
              <a:spcBef>
                <a:spcPts val="0"/>
              </a:spcBef>
              <a:defRPr/>
            </a:lvl7pPr>
            <a:lvl8pPr rtl="0">
              <a:spcBef>
                <a:spcPts val="0"/>
              </a:spcBef>
              <a:defRPr/>
            </a:lvl8pPr>
            <a:lvl9pPr rtl="0">
              <a:spcBef>
                <a:spcPts val="0"/>
              </a:spcBef>
              <a:defRPr/>
            </a:lvl9pPr>
          </a:lstStyle>
          <a:p>
            <a:pPr lvl="0"/>
            <a:r>
              <a:rPr lang="en-US"/>
              <a:t>Click to edit Master text styles</a:t>
            </a:r>
          </a:p>
        </p:txBody>
      </p:sp>
      <p:sp>
        <p:nvSpPr>
          <p:cNvPr id="45" name="Shape 45"/>
          <p:cNvSpPr txBox="1">
            <a:spLocks noGrp="1"/>
          </p:cNvSpPr>
          <p:nvPr>
            <p:ph type="dt" idx="10"/>
          </p:nvPr>
        </p:nvSpPr>
        <p:spPr>
          <a:xfrm>
            <a:off x="2194558" y="30510484"/>
            <a:ext cx="10241279" cy="1752600"/>
          </a:xfrm>
          <a:prstGeom prst="rect">
            <a:avLst/>
          </a:prstGeom>
          <a:noFill/>
          <a:ln>
            <a:noFill/>
          </a:ln>
        </p:spPr>
        <p:txBody>
          <a:bodyPr lIns="91425" tIns="91425" rIns="91425" bIns="91425" anchor="ctr" anchorCtr="0"/>
          <a:lstStyle>
            <a:lvl1pPr marL="0" marR="0" indent="0" algn="l" rtl="0">
              <a:lnSpc>
                <a:spcPct val="100000"/>
              </a:lnSpc>
              <a:spcBef>
                <a:spcPts val="0"/>
              </a:spcBef>
              <a:spcAft>
                <a:spcPts val="0"/>
              </a:spcAft>
              <a:buClr>
                <a:srgbClr val="000000"/>
              </a:buClr>
              <a:buFont typeface="Arial"/>
              <a:buNone/>
              <a:defRPr/>
            </a:lvl1pPr>
            <a:lvl2pPr marL="2403546" marR="0" indent="-3245" algn="l" rtl="0">
              <a:lnSpc>
                <a:spcPct val="100000"/>
              </a:lnSpc>
              <a:spcBef>
                <a:spcPts val="0"/>
              </a:spcBef>
              <a:spcAft>
                <a:spcPts val="0"/>
              </a:spcAft>
              <a:buClr>
                <a:srgbClr val="000000"/>
              </a:buClr>
              <a:buFont typeface="Arial"/>
              <a:buNone/>
              <a:defRPr/>
            </a:lvl2pPr>
            <a:lvl3pPr marL="4807092" marR="0" indent="-6491" algn="l" rtl="0">
              <a:lnSpc>
                <a:spcPct val="100000"/>
              </a:lnSpc>
              <a:spcBef>
                <a:spcPts val="0"/>
              </a:spcBef>
              <a:spcAft>
                <a:spcPts val="0"/>
              </a:spcAft>
              <a:buClr>
                <a:srgbClr val="000000"/>
              </a:buClr>
              <a:buFont typeface="Arial"/>
              <a:buNone/>
              <a:defRPr/>
            </a:lvl3pPr>
            <a:lvl4pPr marL="7210638" marR="0" indent="-9738" algn="l" rtl="0">
              <a:lnSpc>
                <a:spcPct val="100000"/>
              </a:lnSpc>
              <a:spcBef>
                <a:spcPts val="0"/>
              </a:spcBef>
              <a:spcAft>
                <a:spcPts val="0"/>
              </a:spcAft>
              <a:buClr>
                <a:srgbClr val="000000"/>
              </a:buClr>
              <a:buFont typeface="Arial"/>
              <a:buNone/>
              <a:defRPr/>
            </a:lvl4pPr>
            <a:lvl5pPr marL="9614184" marR="0" indent="-283" algn="l" rtl="0">
              <a:lnSpc>
                <a:spcPct val="100000"/>
              </a:lnSpc>
              <a:spcBef>
                <a:spcPts val="0"/>
              </a:spcBef>
              <a:spcAft>
                <a:spcPts val="0"/>
              </a:spcAft>
              <a:buClr>
                <a:srgbClr val="000000"/>
              </a:buClr>
              <a:buFont typeface="Arial"/>
              <a:buNone/>
              <a:defRPr/>
            </a:lvl5pPr>
            <a:lvl6pPr marL="12017731" marR="0" indent="-3530" algn="l" rtl="0">
              <a:lnSpc>
                <a:spcPct val="100000"/>
              </a:lnSpc>
              <a:spcBef>
                <a:spcPts val="0"/>
              </a:spcBef>
              <a:spcAft>
                <a:spcPts val="0"/>
              </a:spcAft>
              <a:buClr>
                <a:srgbClr val="000000"/>
              </a:buClr>
              <a:buFont typeface="Arial"/>
              <a:buNone/>
              <a:defRPr/>
            </a:lvl6pPr>
            <a:lvl7pPr marL="14421276" marR="0" indent="-6776" algn="l" rtl="0">
              <a:lnSpc>
                <a:spcPct val="100000"/>
              </a:lnSpc>
              <a:spcBef>
                <a:spcPts val="0"/>
              </a:spcBef>
              <a:spcAft>
                <a:spcPts val="0"/>
              </a:spcAft>
              <a:buClr>
                <a:srgbClr val="000000"/>
              </a:buClr>
              <a:buFont typeface="Arial"/>
              <a:buNone/>
              <a:defRPr/>
            </a:lvl7pPr>
            <a:lvl8pPr marL="16824824" marR="0" indent="-10024" algn="l" rtl="0">
              <a:lnSpc>
                <a:spcPct val="100000"/>
              </a:lnSpc>
              <a:spcBef>
                <a:spcPts val="0"/>
              </a:spcBef>
              <a:spcAft>
                <a:spcPts val="0"/>
              </a:spcAft>
              <a:buClr>
                <a:srgbClr val="000000"/>
              </a:buClr>
              <a:buFont typeface="Arial"/>
              <a:buNone/>
              <a:defRPr/>
            </a:lvl8pPr>
            <a:lvl9pPr marL="19228368" marR="0" indent="-567" algn="l" rtl="0">
              <a:lnSpc>
                <a:spcPct val="100000"/>
              </a:lnSpc>
              <a:spcBef>
                <a:spcPts val="0"/>
              </a:spcBef>
              <a:spcAft>
                <a:spcPts val="0"/>
              </a:spcAft>
              <a:buClr>
                <a:srgbClr val="000000"/>
              </a:buClr>
              <a:buFont typeface="Arial"/>
              <a:buNone/>
              <a:defRPr/>
            </a:lvl9pPr>
          </a:lstStyle>
          <a:p>
            <a:endParaRPr/>
          </a:p>
        </p:txBody>
      </p:sp>
      <p:sp>
        <p:nvSpPr>
          <p:cNvPr id="46" name="Shape 46"/>
          <p:cNvSpPr txBox="1">
            <a:spLocks noGrp="1"/>
          </p:cNvSpPr>
          <p:nvPr>
            <p:ph type="ftr" idx="11"/>
          </p:nvPr>
        </p:nvSpPr>
        <p:spPr>
          <a:xfrm>
            <a:off x="14996159" y="30510484"/>
            <a:ext cx="13898879" cy="1752600"/>
          </a:xfrm>
          <a:prstGeom prst="rect">
            <a:avLst/>
          </a:prstGeom>
          <a:noFill/>
          <a:ln>
            <a:noFill/>
          </a:ln>
        </p:spPr>
        <p:txBody>
          <a:bodyPr lIns="91425" tIns="91425" rIns="91425" bIns="91425" anchor="ctr" anchorCtr="0"/>
          <a:lstStyle>
            <a:lvl1pPr marL="0" marR="0" indent="0" algn="ctr" rtl="0">
              <a:lnSpc>
                <a:spcPct val="100000"/>
              </a:lnSpc>
              <a:spcBef>
                <a:spcPts val="0"/>
              </a:spcBef>
              <a:spcAft>
                <a:spcPts val="0"/>
              </a:spcAft>
              <a:buClr>
                <a:srgbClr val="000000"/>
              </a:buClr>
              <a:buFont typeface="Arial"/>
              <a:buNone/>
              <a:defRPr/>
            </a:lvl1pPr>
            <a:lvl2pPr marL="2403546" marR="0" indent="-3245" algn="l" rtl="0">
              <a:lnSpc>
                <a:spcPct val="100000"/>
              </a:lnSpc>
              <a:spcBef>
                <a:spcPts val="0"/>
              </a:spcBef>
              <a:spcAft>
                <a:spcPts val="0"/>
              </a:spcAft>
              <a:buClr>
                <a:srgbClr val="000000"/>
              </a:buClr>
              <a:buFont typeface="Arial"/>
              <a:buNone/>
              <a:defRPr/>
            </a:lvl2pPr>
            <a:lvl3pPr marL="4807092" marR="0" indent="-6491" algn="l" rtl="0">
              <a:lnSpc>
                <a:spcPct val="100000"/>
              </a:lnSpc>
              <a:spcBef>
                <a:spcPts val="0"/>
              </a:spcBef>
              <a:spcAft>
                <a:spcPts val="0"/>
              </a:spcAft>
              <a:buClr>
                <a:srgbClr val="000000"/>
              </a:buClr>
              <a:buFont typeface="Arial"/>
              <a:buNone/>
              <a:defRPr/>
            </a:lvl3pPr>
            <a:lvl4pPr marL="7210638" marR="0" indent="-9738" algn="l" rtl="0">
              <a:lnSpc>
                <a:spcPct val="100000"/>
              </a:lnSpc>
              <a:spcBef>
                <a:spcPts val="0"/>
              </a:spcBef>
              <a:spcAft>
                <a:spcPts val="0"/>
              </a:spcAft>
              <a:buClr>
                <a:srgbClr val="000000"/>
              </a:buClr>
              <a:buFont typeface="Arial"/>
              <a:buNone/>
              <a:defRPr/>
            </a:lvl4pPr>
            <a:lvl5pPr marL="9614184" marR="0" indent="-283" algn="l" rtl="0">
              <a:lnSpc>
                <a:spcPct val="100000"/>
              </a:lnSpc>
              <a:spcBef>
                <a:spcPts val="0"/>
              </a:spcBef>
              <a:spcAft>
                <a:spcPts val="0"/>
              </a:spcAft>
              <a:buClr>
                <a:srgbClr val="000000"/>
              </a:buClr>
              <a:buFont typeface="Arial"/>
              <a:buNone/>
              <a:defRPr/>
            </a:lvl5pPr>
            <a:lvl6pPr marL="12017731" marR="0" indent="-3530" algn="l" rtl="0">
              <a:lnSpc>
                <a:spcPct val="100000"/>
              </a:lnSpc>
              <a:spcBef>
                <a:spcPts val="0"/>
              </a:spcBef>
              <a:spcAft>
                <a:spcPts val="0"/>
              </a:spcAft>
              <a:buClr>
                <a:srgbClr val="000000"/>
              </a:buClr>
              <a:buFont typeface="Arial"/>
              <a:buNone/>
              <a:defRPr/>
            </a:lvl6pPr>
            <a:lvl7pPr marL="14421276" marR="0" indent="-6776" algn="l" rtl="0">
              <a:lnSpc>
                <a:spcPct val="100000"/>
              </a:lnSpc>
              <a:spcBef>
                <a:spcPts val="0"/>
              </a:spcBef>
              <a:spcAft>
                <a:spcPts val="0"/>
              </a:spcAft>
              <a:buClr>
                <a:srgbClr val="000000"/>
              </a:buClr>
              <a:buFont typeface="Arial"/>
              <a:buNone/>
              <a:defRPr/>
            </a:lvl7pPr>
            <a:lvl8pPr marL="16824824" marR="0" indent="-10024" algn="l" rtl="0">
              <a:lnSpc>
                <a:spcPct val="100000"/>
              </a:lnSpc>
              <a:spcBef>
                <a:spcPts val="0"/>
              </a:spcBef>
              <a:spcAft>
                <a:spcPts val="0"/>
              </a:spcAft>
              <a:buClr>
                <a:srgbClr val="000000"/>
              </a:buClr>
              <a:buFont typeface="Arial"/>
              <a:buNone/>
              <a:defRPr/>
            </a:lvl8pPr>
            <a:lvl9pPr marL="19228368" marR="0" indent="-567" algn="l" rtl="0">
              <a:lnSpc>
                <a:spcPct val="100000"/>
              </a:lnSpc>
              <a:spcBef>
                <a:spcPts val="0"/>
              </a:spcBef>
              <a:spcAft>
                <a:spcPts val="0"/>
              </a:spcAft>
              <a:buClr>
                <a:srgbClr val="000000"/>
              </a:buClr>
              <a:buFont typeface="Arial"/>
              <a:buNone/>
              <a:defRPr/>
            </a:lvl9pPr>
          </a:lstStyle>
          <a:p>
            <a:endParaRPr/>
          </a:p>
        </p:txBody>
      </p:sp>
      <p:sp>
        <p:nvSpPr>
          <p:cNvPr id="47" name="Shape 47"/>
          <p:cNvSpPr txBox="1">
            <a:spLocks noGrp="1"/>
          </p:cNvSpPr>
          <p:nvPr>
            <p:ph type="sldNum" idx="12"/>
          </p:nvPr>
        </p:nvSpPr>
        <p:spPr>
          <a:xfrm>
            <a:off x="31455359" y="30510484"/>
            <a:ext cx="10241279" cy="1752600"/>
          </a:xfrm>
          <a:prstGeom prst="rect">
            <a:avLst/>
          </a:prstGeom>
          <a:noFill/>
          <a:ln>
            <a:noFill/>
          </a:ln>
        </p:spPr>
        <p:txBody>
          <a:bodyPr lIns="91425" tIns="91425" rIns="91425" bIns="91425" anchor="ctr" anchorCtr="0">
            <a:noAutofit/>
          </a:bodyPr>
          <a:lstStyle/>
          <a:p>
            <a:pPr marL="0" lvl="0" indent="0">
              <a:spcBef>
                <a:spcPts val="0"/>
              </a:spcBef>
              <a:buClr>
                <a:srgbClr val="000000"/>
              </a:buClr>
              <a:buFont typeface="Arial"/>
              <a:buNone/>
            </a:pPr>
            <a:endParaRPr sz="1400" b="0" i="0" u="none" strike="noStrike" cap="none" baseline="0">
              <a:solidFill>
                <a:srgbClr val="000000"/>
              </a:solidFill>
              <a:latin typeface="Arial"/>
              <a:ea typeface="Arial"/>
              <a:cs typeface="Arial"/>
              <a:sym typeface="Arial"/>
              <a:rtl val="0"/>
            </a:endParaRPr>
          </a:p>
          <a:p>
            <a:pPr marL="0" lvl="1" indent="0">
              <a:spcBef>
                <a:spcPts val="0"/>
              </a:spcBef>
              <a:buClr>
                <a:srgbClr val="000000"/>
              </a:buClr>
              <a:buFont typeface="Arial"/>
              <a:buNone/>
            </a:pPr>
            <a:endParaRPr sz="1400" b="0" i="0" u="none" strike="noStrike" cap="none" baseline="0">
              <a:solidFill>
                <a:srgbClr val="000000"/>
              </a:solidFill>
              <a:latin typeface="Arial"/>
              <a:ea typeface="Arial"/>
              <a:cs typeface="Arial"/>
              <a:sym typeface="Arial"/>
              <a:rtl val="0"/>
            </a:endParaRPr>
          </a:p>
          <a:p>
            <a:pPr marL="0" lvl="2" indent="0">
              <a:spcBef>
                <a:spcPts val="0"/>
              </a:spcBef>
              <a:buClr>
                <a:srgbClr val="000000"/>
              </a:buClr>
              <a:buFont typeface="Arial"/>
              <a:buNone/>
            </a:pPr>
            <a:endParaRPr sz="1400" b="0" i="0" u="none" strike="noStrike" cap="none" baseline="0">
              <a:solidFill>
                <a:srgbClr val="000000"/>
              </a:solidFill>
              <a:latin typeface="Arial"/>
              <a:ea typeface="Arial"/>
              <a:cs typeface="Arial"/>
              <a:sym typeface="Arial"/>
              <a:rtl val="0"/>
            </a:endParaRPr>
          </a:p>
          <a:p>
            <a:pPr marL="0" lvl="3" indent="0">
              <a:spcBef>
                <a:spcPts val="0"/>
              </a:spcBef>
              <a:buClr>
                <a:srgbClr val="000000"/>
              </a:buClr>
              <a:buFont typeface="Arial"/>
              <a:buNone/>
            </a:pPr>
            <a:endParaRPr sz="1400" b="0" i="0" u="none" strike="noStrike" cap="none" baseline="0">
              <a:solidFill>
                <a:srgbClr val="000000"/>
              </a:solidFill>
              <a:latin typeface="Arial"/>
              <a:ea typeface="Arial"/>
              <a:cs typeface="Arial"/>
              <a:sym typeface="Arial"/>
              <a:rtl val="0"/>
            </a:endParaRPr>
          </a:p>
          <a:p>
            <a:pPr marL="0" lvl="4" indent="0">
              <a:spcBef>
                <a:spcPts val="0"/>
              </a:spcBef>
              <a:buClr>
                <a:srgbClr val="000000"/>
              </a:buClr>
              <a:buFont typeface="Arial"/>
              <a:buNone/>
            </a:pPr>
            <a:endParaRPr sz="1400" b="0" i="0" u="none" strike="noStrike" cap="none" baseline="0">
              <a:solidFill>
                <a:srgbClr val="000000"/>
              </a:solidFill>
              <a:latin typeface="Arial"/>
              <a:ea typeface="Arial"/>
              <a:cs typeface="Arial"/>
              <a:sym typeface="Arial"/>
              <a:rtl val="0"/>
            </a:endParaRPr>
          </a:p>
          <a:p>
            <a:pPr marL="0" lvl="5" indent="0">
              <a:spcBef>
                <a:spcPts val="0"/>
              </a:spcBef>
              <a:buClr>
                <a:srgbClr val="000000"/>
              </a:buClr>
              <a:buFont typeface="Arial"/>
              <a:buNone/>
            </a:pPr>
            <a:endParaRPr sz="1400" b="0" i="0" u="none" strike="noStrike" cap="none" baseline="0">
              <a:solidFill>
                <a:srgbClr val="000000"/>
              </a:solidFill>
              <a:latin typeface="Arial"/>
              <a:ea typeface="Arial"/>
              <a:cs typeface="Arial"/>
              <a:sym typeface="Arial"/>
              <a:rtl val="0"/>
            </a:endParaRPr>
          </a:p>
          <a:p>
            <a:pPr marL="0" lvl="6" indent="0">
              <a:spcBef>
                <a:spcPts val="0"/>
              </a:spcBef>
              <a:buClr>
                <a:srgbClr val="000000"/>
              </a:buClr>
              <a:buFont typeface="Arial"/>
              <a:buNone/>
            </a:pPr>
            <a:endParaRPr sz="1400" b="0" i="0" u="none" strike="noStrike" cap="none" baseline="0">
              <a:solidFill>
                <a:srgbClr val="000000"/>
              </a:solidFill>
              <a:latin typeface="Arial"/>
              <a:ea typeface="Arial"/>
              <a:cs typeface="Arial"/>
              <a:sym typeface="Arial"/>
              <a:rtl val="0"/>
            </a:endParaRPr>
          </a:p>
          <a:p>
            <a:pPr marL="0" lvl="7" indent="0">
              <a:spcBef>
                <a:spcPts val="0"/>
              </a:spcBef>
              <a:buClr>
                <a:srgbClr val="000000"/>
              </a:buClr>
              <a:buFont typeface="Arial"/>
              <a:buNone/>
            </a:pPr>
            <a:endParaRPr sz="1400" b="0" i="0" u="none" strike="noStrike" cap="none" baseline="0">
              <a:solidFill>
                <a:srgbClr val="000000"/>
              </a:solidFill>
              <a:latin typeface="Arial"/>
              <a:ea typeface="Arial"/>
              <a:cs typeface="Arial"/>
              <a:sym typeface="Arial"/>
              <a:rtl val="0"/>
            </a:endParaRPr>
          </a:p>
          <a:p>
            <a:pPr marL="0" lvl="8" indent="0">
              <a:spcBef>
                <a:spcPts val="0"/>
              </a:spcBef>
              <a:buClr>
                <a:srgbClr val="000000"/>
              </a:buClr>
              <a:buFont typeface="Arial"/>
              <a:buNone/>
            </a:pPr>
            <a:endParaRPr sz="1400" b="0" i="0" u="none" strike="noStrike" cap="none" baseline="0">
              <a:solidFill>
                <a:srgbClr val="000000"/>
              </a:solidFill>
              <a:latin typeface="Arial"/>
              <a:ea typeface="Arial"/>
              <a:cs typeface="Arial"/>
              <a:sym typeface="Arial"/>
              <a:rtl val="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Shape 48"/>
        <p:cNvGrpSpPr/>
        <p:nvPr/>
      </p:nvGrpSpPr>
      <p:grpSpPr>
        <a:xfrm>
          <a:off x="0" y="0"/>
          <a:ext cx="0" cy="0"/>
          <a:chOff x="0" y="0"/>
          <a:chExt cx="0" cy="0"/>
        </a:xfrm>
      </p:grpSpPr>
      <p:sp>
        <p:nvSpPr>
          <p:cNvPr id="49" name="Shape 49"/>
          <p:cNvSpPr txBox="1">
            <a:spLocks noGrp="1"/>
          </p:cNvSpPr>
          <p:nvPr>
            <p:ph type="title"/>
          </p:nvPr>
        </p:nvSpPr>
        <p:spPr>
          <a:xfrm>
            <a:off x="2194558" y="1318262"/>
            <a:ext cx="39502080" cy="5486399"/>
          </a:xfrm>
          <a:prstGeom prst="rect">
            <a:avLst/>
          </a:prstGeom>
          <a:noFill/>
          <a:ln>
            <a:noFill/>
          </a:ln>
        </p:spPr>
        <p:txBody>
          <a:bodyPr lIns="91425" tIns="91425" rIns="91425" bIns="91425" anchor="ctr" anchorCtr="0"/>
          <a:lstStyle>
            <a:lvl1pPr algn="ctr" rtl="0">
              <a:spcBef>
                <a:spcPts val="0"/>
              </a:spcBef>
              <a:buClr>
                <a:schemeClr val="dk1"/>
              </a:buClr>
              <a:buFont typeface="Calibri"/>
              <a:buNone/>
              <a:defRPr/>
            </a:lvl1pPr>
            <a:lvl2pPr rtl="0">
              <a:spcBef>
                <a:spcPts val="0"/>
              </a:spcBef>
              <a:defRPr/>
            </a:lvl2pPr>
            <a:lvl3pPr rtl="0">
              <a:spcBef>
                <a:spcPts val="0"/>
              </a:spcBef>
              <a:defRPr/>
            </a:lvl3pPr>
            <a:lvl4pPr rtl="0">
              <a:spcBef>
                <a:spcPts val="0"/>
              </a:spcBef>
              <a:defRPr/>
            </a:lvl4pPr>
            <a:lvl5pPr rtl="0">
              <a:spcBef>
                <a:spcPts val="0"/>
              </a:spcBef>
              <a:defRPr/>
            </a:lvl5pPr>
            <a:lvl6pPr rtl="0">
              <a:spcBef>
                <a:spcPts val="0"/>
              </a:spcBef>
              <a:defRPr/>
            </a:lvl6pPr>
            <a:lvl7pPr rtl="0">
              <a:spcBef>
                <a:spcPts val="0"/>
              </a:spcBef>
              <a:defRPr/>
            </a:lvl7pPr>
            <a:lvl8pPr rtl="0">
              <a:spcBef>
                <a:spcPts val="0"/>
              </a:spcBef>
              <a:defRPr/>
            </a:lvl8pPr>
            <a:lvl9pPr rtl="0">
              <a:spcBef>
                <a:spcPts val="0"/>
              </a:spcBef>
              <a:defRPr/>
            </a:lvl9pPr>
          </a:lstStyle>
          <a:p>
            <a:r>
              <a:rPr lang="en-US"/>
              <a:t>Click to edit Master title style</a:t>
            </a:r>
            <a:endParaRPr/>
          </a:p>
        </p:txBody>
      </p:sp>
      <p:sp>
        <p:nvSpPr>
          <p:cNvPr id="50" name="Shape 50"/>
          <p:cNvSpPr txBox="1">
            <a:spLocks noGrp="1"/>
          </p:cNvSpPr>
          <p:nvPr>
            <p:ph type="dt" idx="10"/>
          </p:nvPr>
        </p:nvSpPr>
        <p:spPr>
          <a:xfrm>
            <a:off x="2194558" y="30510484"/>
            <a:ext cx="10241279" cy="1752600"/>
          </a:xfrm>
          <a:prstGeom prst="rect">
            <a:avLst/>
          </a:prstGeom>
          <a:noFill/>
          <a:ln>
            <a:noFill/>
          </a:ln>
        </p:spPr>
        <p:txBody>
          <a:bodyPr lIns="91425" tIns="91425" rIns="91425" bIns="91425" anchor="ctr" anchorCtr="0"/>
          <a:lstStyle>
            <a:lvl1pPr marL="0" marR="0" indent="0" algn="l" rtl="0">
              <a:lnSpc>
                <a:spcPct val="100000"/>
              </a:lnSpc>
              <a:spcBef>
                <a:spcPts val="0"/>
              </a:spcBef>
              <a:spcAft>
                <a:spcPts val="0"/>
              </a:spcAft>
              <a:buClr>
                <a:srgbClr val="000000"/>
              </a:buClr>
              <a:buFont typeface="Arial"/>
              <a:buNone/>
              <a:defRPr/>
            </a:lvl1pPr>
            <a:lvl2pPr marL="2403546" marR="0" indent="-3245" algn="l" rtl="0">
              <a:lnSpc>
                <a:spcPct val="100000"/>
              </a:lnSpc>
              <a:spcBef>
                <a:spcPts val="0"/>
              </a:spcBef>
              <a:spcAft>
                <a:spcPts val="0"/>
              </a:spcAft>
              <a:buClr>
                <a:srgbClr val="000000"/>
              </a:buClr>
              <a:buFont typeface="Arial"/>
              <a:buNone/>
              <a:defRPr/>
            </a:lvl2pPr>
            <a:lvl3pPr marL="4807092" marR="0" indent="-6491" algn="l" rtl="0">
              <a:lnSpc>
                <a:spcPct val="100000"/>
              </a:lnSpc>
              <a:spcBef>
                <a:spcPts val="0"/>
              </a:spcBef>
              <a:spcAft>
                <a:spcPts val="0"/>
              </a:spcAft>
              <a:buClr>
                <a:srgbClr val="000000"/>
              </a:buClr>
              <a:buFont typeface="Arial"/>
              <a:buNone/>
              <a:defRPr/>
            </a:lvl3pPr>
            <a:lvl4pPr marL="7210638" marR="0" indent="-9738" algn="l" rtl="0">
              <a:lnSpc>
                <a:spcPct val="100000"/>
              </a:lnSpc>
              <a:spcBef>
                <a:spcPts val="0"/>
              </a:spcBef>
              <a:spcAft>
                <a:spcPts val="0"/>
              </a:spcAft>
              <a:buClr>
                <a:srgbClr val="000000"/>
              </a:buClr>
              <a:buFont typeface="Arial"/>
              <a:buNone/>
              <a:defRPr/>
            </a:lvl4pPr>
            <a:lvl5pPr marL="9614184" marR="0" indent="-283" algn="l" rtl="0">
              <a:lnSpc>
                <a:spcPct val="100000"/>
              </a:lnSpc>
              <a:spcBef>
                <a:spcPts val="0"/>
              </a:spcBef>
              <a:spcAft>
                <a:spcPts val="0"/>
              </a:spcAft>
              <a:buClr>
                <a:srgbClr val="000000"/>
              </a:buClr>
              <a:buFont typeface="Arial"/>
              <a:buNone/>
              <a:defRPr/>
            </a:lvl5pPr>
            <a:lvl6pPr marL="12017731" marR="0" indent="-3530" algn="l" rtl="0">
              <a:lnSpc>
                <a:spcPct val="100000"/>
              </a:lnSpc>
              <a:spcBef>
                <a:spcPts val="0"/>
              </a:spcBef>
              <a:spcAft>
                <a:spcPts val="0"/>
              </a:spcAft>
              <a:buClr>
                <a:srgbClr val="000000"/>
              </a:buClr>
              <a:buFont typeface="Arial"/>
              <a:buNone/>
              <a:defRPr/>
            </a:lvl6pPr>
            <a:lvl7pPr marL="14421276" marR="0" indent="-6776" algn="l" rtl="0">
              <a:lnSpc>
                <a:spcPct val="100000"/>
              </a:lnSpc>
              <a:spcBef>
                <a:spcPts val="0"/>
              </a:spcBef>
              <a:spcAft>
                <a:spcPts val="0"/>
              </a:spcAft>
              <a:buClr>
                <a:srgbClr val="000000"/>
              </a:buClr>
              <a:buFont typeface="Arial"/>
              <a:buNone/>
              <a:defRPr/>
            </a:lvl7pPr>
            <a:lvl8pPr marL="16824824" marR="0" indent="-10024" algn="l" rtl="0">
              <a:lnSpc>
                <a:spcPct val="100000"/>
              </a:lnSpc>
              <a:spcBef>
                <a:spcPts val="0"/>
              </a:spcBef>
              <a:spcAft>
                <a:spcPts val="0"/>
              </a:spcAft>
              <a:buClr>
                <a:srgbClr val="000000"/>
              </a:buClr>
              <a:buFont typeface="Arial"/>
              <a:buNone/>
              <a:defRPr/>
            </a:lvl8pPr>
            <a:lvl9pPr marL="19228368" marR="0" indent="-567" algn="l" rtl="0">
              <a:lnSpc>
                <a:spcPct val="100000"/>
              </a:lnSpc>
              <a:spcBef>
                <a:spcPts val="0"/>
              </a:spcBef>
              <a:spcAft>
                <a:spcPts val="0"/>
              </a:spcAft>
              <a:buClr>
                <a:srgbClr val="000000"/>
              </a:buClr>
              <a:buFont typeface="Arial"/>
              <a:buNone/>
              <a:defRPr/>
            </a:lvl9pPr>
          </a:lstStyle>
          <a:p>
            <a:endParaRPr/>
          </a:p>
        </p:txBody>
      </p:sp>
      <p:sp>
        <p:nvSpPr>
          <p:cNvPr id="51" name="Shape 51"/>
          <p:cNvSpPr txBox="1">
            <a:spLocks noGrp="1"/>
          </p:cNvSpPr>
          <p:nvPr>
            <p:ph type="ftr" idx="11"/>
          </p:nvPr>
        </p:nvSpPr>
        <p:spPr>
          <a:xfrm>
            <a:off x="14996159" y="30510484"/>
            <a:ext cx="13898879" cy="1752600"/>
          </a:xfrm>
          <a:prstGeom prst="rect">
            <a:avLst/>
          </a:prstGeom>
          <a:noFill/>
          <a:ln>
            <a:noFill/>
          </a:ln>
        </p:spPr>
        <p:txBody>
          <a:bodyPr lIns="91425" tIns="91425" rIns="91425" bIns="91425" anchor="ctr" anchorCtr="0"/>
          <a:lstStyle>
            <a:lvl1pPr marL="0" marR="0" indent="0" algn="ctr" rtl="0">
              <a:lnSpc>
                <a:spcPct val="100000"/>
              </a:lnSpc>
              <a:spcBef>
                <a:spcPts val="0"/>
              </a:spcBef>
              <a:spcAft>
                <a:spcPts val="0"/>
              </a:spcAft>
              <a:buClr>
                <a:srgbClr val="000000"/>
              </a:buClr>
              <a:buFont typeface="Arial"/>
              <a:buNone/>
              <a:defRPr/>
            </a:lvl1pPr>
            <a:lvl2pPr marL="2403546" marR="0" indent="-3245" algn="l" rtl="0">
              <a:lnSpc>
                <a:spcPct val="100000"/>
              </a:lnSpc>
              <a:spcBef>
                <a:spcPts val="0"/>
              </a:spcBef>
              <a:spcAft>
                <a:spcPts val="0"/>
              </a:spcAft>
              <a:buClr>
                <a:srgbClr val="000000"/>
              </a:buClr>
              <a:buFont typeface="Arial"/>
              <a:buNone/>
              <a:defRPr/>
            </a:lvl2pPr>
            <a:lvl3pPr marL="4807092" marR="0" indent="-6491" algn="l" rtl="0">
              <a:lnSpc>
                <a:spcPct val="100000"/>
              </a:lnSpc>
              <a:spcBef>
                <a:spcPts val="0"/>
              </a:spcBef>
              <a:spcAft>
                <a:spcPts val="0"/>
              </a:spcAft>
              <a:buClr>
                <a:srgbClr val="000000"/>
              </a:buClr>
              <a:buFont typeface="Arial"/>
              <a:buNone/>
              <a:defRPr/>
            </a:lvl3pPr>
            <a:lvl4pPr marL="7210638" marR="0" indent="-9738" algn="l" rtl="0">
              <a:lnSpc>
                <a:spcPct val="100000"/>
              </a:lnSpc>
              <a:spcBef>
                <a:spcPts val="0"/>
              </a:spcBef>
              <a:spcAft>
                <a:spcPts val="0"/>
              </a:spcAft>
              <a:buClr>
                <a:srgbClr val="000000"/>
              </a:buClr>
              <a:buFont typeface="Arial"/>
              <a:buNone/>
              <a:defRPr/>
            </a:lvl4pPr>
            <a:lvl5pPr marL="9614184" marR="0" indent="-283" algn="l" rtl="0">
              <a:lnSpc>
                <a:spcPct val="100000"/>
              </a:lnSpc>
              <a:spcBef>
                <a:spcPts val="0"/>
              </a:spcBef>
              <a:spcAft>
                <a:spcPts val="0"/>
              </a:spcAft>
              <a:buClr>
                <a:srgbClr val="000000"/>
              </a:buClr>
              <a:buFont typeface="Arial"/>
              <a:buNone/>
              <a:defRPr/>
            </a:lvl5pPr>
            <a:lvl6pPr marL="12017731" marR="0" indent="-3530" algn="l" rtl="0">
              <a:lnSpc>
                <a:spcPct val="100000"/>
              </a:lnSpc>
              <a:spcBef>
                <a:spcPts val="0"/>
              </a:spcBef>
              <a:spcAft>
                <a:spcPts val="0"/>
              </a:spcAft>
              <a:buClr>
                <a:srgbClr val="000000"/>
              </a:buClr>
              <a:buFont typeface="Arial"/>
              <a:buNone/>
              <a:defRPr/>
            </a:lvl6pPr>
            <a:lvl7pPr marL="14421276" marR="0" indent="-6776" algn="l" rtl="0">
              <a:lnSpc>
                <a:spcPct val="100000"/>
              </a:lnSpc>
              <a:spcBef>
                <a:spcPts val="0"/>
              </a:spcBef>
              <a:spcAft>
                <a:spcPts val="0"/>
              </a:spcAft>
              <a:buClr>
                <a:srgbClr val="000000"/>
              </a:buClr>
              <a:buFont typeface="Arial"/>
              <a:buNone/>
              <a:defRPr/>
            </a:lvl7pPr>
            <a:lvl8pPr marL="16824824" marR="0" indent="-10024" algn="l" rtl="0">
              <a:lnSpc>
                <a:spcPct val="100000"/>
              </a:lnSpc>
              <a:spcBef>
                <a:spcPts val="0"/>
              </a:spcBef>
              <a:spcAft>
                <a:spcPts val="0"/>
              </a:spcAft>
              <a:buClr>
                <a:srgbClr val="000000"/>
              </a:buClr>
              <a:buFont typeface="Arial"/>
              <a:buNone/>
              <a:defRPr/>
            </a:lvl8pPr>
            <a:lvl9pPr marL="19228368" marR="0" indent="-567" algn="l" rtl="0">
              <a:lnSpc>
                <a:spcPct val="100000"/>
              </a:lnSpc>
              <a:spcBef>
                <a:spcPts val="0"/>
              </a:spcBef>
              <a:spcAft>
                <a:spcPts val="0"/>
              </a:spcAft>
              <a:buClr>
                <a:srgbClr val="000000"/>
              </a:buClr>
              <a:buFont typeface="Arial"/>
              <a:buNone/>
              <a:defRPr/>
            </a:lvl9pPr>
          </a:lstStyle>
          <a:p>
            <a:endParaRPr/>
          </a:p>
        </p:txBody>
      </p:sp>
      <p:sp>
        <p:nvSpPr>
          <p:cNvPr id="52" name="Shape 52"/>
          <p:cNvSpPr txBox="1">
            <a:spLocks noGrp="1"/>
          </p:cNvSpPr>
          <p:nvPr>
            <p:ph type="sldNum" idx="12"/>
          </p:nvPr>
        </p:nvSpPr>
        <p:spPr>
          <a:xfrm>
            <a:off x="31455359" y="30510484"/>
            <a:ext cx="10241279" cy="1752600"/>
          </a:xfrm>
          <a:prstGeom prst="rect">
            <a:avLst/>
          </a:prstGeom>
          <a:noFill/>
          <a:ln>
            <a:noFill/>
          </a:ln>
        </p:spPr>
        <p:txBody>
          <a:bodyPr lIns="91425" tIns="91425" rIns="91425" bIns="91425" anchor="ctr" anchorCtr="0">
            <a:noAutofit/>
          </a:bodyPr>
          <a:lstStyle/>
          <a:p>
            <a:pPr marL="0" lvl="0" indent="0">
              <a:spcBef>
                <a:spcPts val="0"/>
              </a:spcBef>
              <a:buClr>
                <a:srgbClr val="000000"/>
              </a:buClr>
              <a:buFont typeface="Arial"/>
              <a:buNone/>
            </a:pPr>
            <a:endParaRPr sz="1400" b="0" i="0" u="none" strike="noStrike" cap="none" baseline="0">
              <a:solidFill>
                <a:srgbClr val="000000"/>
              </a:solidFill>
              <a:latin typeface="Arial"/>
              <a:ea typeface="Arial"/>
              <a:cs typeface="Arial"/>
              <a:sym typeface="Arial"/>
              <a:rtl val="0"/>
            </a:endParaRPr>
          </a:p>
          <a:p>
            <a:pPr marL="0" lvl="1" indent="0">
              <a:spcBef>
                <a:spcPts val="0"/>
              </a:spcBef>
              <a:buClr>
                <a:srgbClr val="000000"/>
              </a:buClr>
              <a:buFont typeface="Arial"/>
              <a:buNone/>
            </a:pPr>
            <a:endParaRPr sz="1400" b="0" i="0" u="none" strike="noStrike" cap="none" baseline="0">
              <a:solidFill>
                <a:srgbClr val="000000"/>
              </a:solidFill>
              <a:latin typeface="Arial"/>
              <a:ea typeface="Arial"/>
              <a:cs typeface="Arial"/>
              <a:sym typeface="Arial"/>
              <a:rtl val="0"/>
            </a:endParaRPr>
          </a:p>
          <a:p>
            <a:pPr marL="0" lvl="2" indent="0">
              <a:spcBef>
                <a:spcPts val="0"/>
              </a:spcBef>
              <a:buClr>
                <a:srgbClr val="000000"/>
              </a:buClr>
              <a:buFont typeface="Arial"/>
              <a:buNone/>
            </a:pPr>
            <a:endParaRPr sz="1400" b="0" i="0" u="none" strike="noStrike" cap="none" baseline="0">
              <a:solidFill>
                <a:srgbClr val="000000"/>
              </a:solidFill>
              <a:latin typeface="Arial"/>
              <a:ea typeface="Arial"/>
              <a:cs typeface="Arial"/>
              <a:sym typeface="Arial"/>
              <a:rtl val="0"/>
            </a:endParaRPr>
          </a:p>
          <a:p>
            <a:pPr marL="0" lvl="3" indent="0">
              <a:spcBef>
                <a:spcPts val="0"/>
              </a:spcBef>
              <a:buClr>
                <a:srgbClr val="000000"/>
              </a:buClr>
              <a:buFont typeface="Arial"/>
              <a:buNone/>
            </a:pPr>
            <a:endParaRPr sz="1400" b="0" i="0" u="none" strike="noStrike" cap="none" baseline="0">
              <a:solidFill>
                <a:srgbClr val="000000"/>
              </a:solidFill>
              <a:latin typeface="Arial"/>
              <a:ea typeface="Arial"/>
              <a:cs typeface="Arial"/>
              <a:sym typeface="Arial"/>
              <a:rtl val="0"/>
            </a:endParaRPr>
          </a:p>
          <a:p>
            <a:pPr marL="0" lvl="4" indent="0">
              <a:spcBef>
                <a:spcPts val="0"/>
              </a:spcBef>
              <a:buClr>
                <a:srgbClr val="000000"/>
              </a:buClr>
              <a:buFont typeface="Arial"/>
              <a:buNone/>
            </a:pPr>
            <a:endParaRPr sz="1400" b="0" i="0" u="none" strike="noStrike" cap="none" baseline="0">
              <a:solidFill>
                <a:srgbClr val="000000"/>
              </a:solidFill>
              <a:latin typeface="Arial"/>
              <a:ea typeface="Arial"/>
              <a:cs typeface="Arial"/>
              <a:sym typeface="Arial"/>
              <a:rtl val="0"/>
            </a:endParaRPr>
          </a:p>
          <a:p>
            <a:pPr marL="0" lvl="5" indent="0">
              <a:spcBef>
                <a:spcPts val="0"/>
              </a:spcBef>
              <a:buClr>
                <a:srgbClr val="000000"/>
              </a:buClr>
              <a:buFont typeface="Arial"/>
              <a:buNone/>
            </a:pPr>
            <a:endParaRPr sz="1400" b="0" i="0" u="none" strike="noStrike" cap="none" baseline="0">
              <a:solidFill>
                <a:srgbClr val="000000"/>
              </a:solidFill>
              <a:latin typeface="Arial"/>
              <a:ea typeface="Arial"/>
              <a:cs typeface="Arial"/>
              <a:sym typeface="Arial"/>
              <a:rtl val="0"/>
            </a:endParaRPr>
          </a:p>
          <a:p>
            <a:pPr marL="0" lvl="6" indent="0">
              <a:spcBef>
                <a:spcPts val="0"/>
              </a:spcBef>
              <a:buClr>
                <a:srgbClr val="000000"/>
              </a:buClr>
              <a:buFont typeface="Arial"/>
              <a:buNone/>
            </a:pPr>
            <a:endParaRPr sz="1400" b="0" i="0" u="none" strike="noStrike" cap="none" baseline="0">
              <a:solidFill>
                <a:srgbClr val="000000"/>
              </a:solidFill>
              <a:latin typeface="Arial"/>
              <a:ea typeface="Arial"/>
              <a:cs typeface="Arial"/>
              <a:sym typeface="Arial"/>
              <a:rtl val="0"/>
            </a:endParaRPr>
          </a:p>
          <a:p>
            <a:pPr marL="0" lvl="7" indent="0">
              <a:spcBef>
                <a:spcPts val="0"/>
              </a:spcBef>
              <a:buClr>
                <a:srgbClr val="000000"/>
              </a:buClr>
              <a:buFont typeface="Arial"/>
              <a:buNone/>
            </a:pPr>
            <a:endParaRPr sz="1400" b="0" i="0" u="none" strike="noStrike" cap="none" baseline="0">
              <a:solidFill>
                <a:srgbClr val="000000"/>
              </a:solidFill>
              <a:latin typeface="Arial"/>
              <a:ea typeface="Arial"/>
              <a:cs typeface="Arial"/>
              <a:sym typeface="Arial"/>
              <a:rtl val="0"/>
            </a:endParaRPr>
          </a:p>
          <a:p>
            <a:pPr marL="0" lvl="8" indent="0">
              <a:spcBef>
                <a:spcPts val="0"/>
              </a:spcBef>
              <a:buClr>
                <a:srgbClr val="000000"/>
              </a:buClr>
              <a:buFont typeface="Arial"/>
              <a:buNone/>
            </a:pPr>
            <a:endParaRPr sz="1400" b="0" i="0" u="none" strike="noStrike" cap="none" baseline="0">
              <a:solidFill>
                <a:srgbClr val="000000"/>
              </a:solidFill>
              <a:latin typeface="Arial"/>
              <a:ea typeface="Arial"/>
              <a:cs typeface="Arial"/>
              <a:sym typeface="Arial"/>
              <a:rtl val="0"/>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cSld name="Blank">
    <p:spTree>
      <p:nvGrpSpPr>
        <p:cNvPr id="1" name="Shape 53"/>
        <p:cNvGrpSpPr/>
        <p:nvPr/>
      </p:nvGrpSpPr>
      <p:grpSpPr>
        <a:xfrm>
          <a:off x="0" y="0"/>
          <a:ext cx="0" cy="0"/>
          <a:chOff x="0" y="0"/>
          <a:chExt cx="0" cy="0"/>
        </a:xfrm>
      </p:grpSpPr>
      <p:sp>
        <p:nvSpPr>
          <p:cNvPr id="54" name="Shape 54"/>
          <p:cNvSpPr txBox="1">
            <a:spLocks noGrp="1"/>
          </p:cNvSpPr>
          <p:nvPr>
            <p:ph type="dt" idx="10"/>
          </p:nvPr>
        </p:nvSpPr>
        <p:spPr>
          <a:xfrm>
            <a:off x="2194558" y="30510484"/>
            <a:ext cx="10241279" cy="1752600"/>
          </a:xfrm>
          <a:prstGeom prst="rect">
            <a:avLst/>
          </a:prstGeom>
          <a:noFill/>
          <a:ln>
            <a:noFill/>
          </a:ln>
        </p:spPr>
        <p:txBody>
          <a:bodyPr lIns="91425" tIns="91425" rIns="91425" bIns="91425" anchor="ctr" anchorCtr="0"/>
          <a:lstStyle>
            <a:lvl1pPr marL="0" marR="0" indent="0" algn="l" rtl="0">
              <a:lnSpc>
                <a:spcPct val="100000"/>
              </a:lnSpc>
              <a:spcBef>
                <a:spcPts val="0"/>
              </a:spcBef>
              <a:spcAft>
                <a:spcPts val="0"/>
              </a:spcAft>
              <a:buClr>
                <a:srgbClr val="000000"/>
              </a:buClr>
              <a:buFont typeface="Arial"/>
              <a:buNone/>
              <a:defRPr/>
            </a:lvl1pPr>
            <a:lvl2pPr marL="2403546" marR="0" indent="-3245" algn="l" rtl="0">
              <a:lnSpc>
                <a:spcPct val="100000"/>
              </a:lnSpc>
              <a:spcBef>
                <a:spcPts val="0"/>
              </a:spcBef>
              <a:spcAft>
                <a:spcPts val="0"/>
              </a:spcAft>
              <a:buClr>
                <a:srgbClr val="000000"/>
              </a:buClr>
              <a:buFont typeface="Arial"/>
              <a:buNone/>
              <a:defRPr/>
            </a:lvl2pPr>
            <a:lvl3pPr marL="4807092" marR="0" indent="-6491" algn="l" rtl="0">
              <a:lnSpc>
                <a:spcPct val="100000"/>
              </a:lnSpc>
              <a:spcBef>
                <a:spcPts val="0"/>
              </a:spcBef>
              <a:spcAft>
                <a:spcPts val="0"/>
              </a:spcAft>
              <a:buClr>
                <a:srgbClr val="000000"/>
              </a:buClr>
              <a:buFont typeface="Arial"/>
              <a:buNone/>
              <a:defRPr/>
            </a:lvl3pPr>
            <a:lvl4pPr marL="7210638" marR="0" indent="-9738" algn="l" rtl="0">
              <a:lnSpc>
                <a:spcPct val="100000"/>
              </a:lnSpc>
              <a:spcBef>
                <a:spcPts val="0"/>
              </a:spcBef>
              <a:spcAft>
                <a:spcPts val="0"/>
              </a:spcAft>
              <a:buClr>
                <a:srgbClr val="000000"/>
              </a:buClr>
              <a:buFont typeface="Arial"/>
              <a:buNone/>
              <a:defRPr/>
            </a:lvl4pPr>
            <a:lvl5pPr marL="9614184" marR="0" indent="-283" algn="l" rtl="0">
              <a:lnSpc>
                <a:spcPct val="100000"/>
              </a:lnSpc>
              <a:spcBef>
                <a:spcPts val="0"/>
              </a:spcBef>
              <a:spcAft>
                <a:spcPts val="0"/>
              </a:spcAft>
              <a:buClr>
                <a:srgbClr val="000000"/>
              </a:buClr>
              <a:buFont typeface="Arial"/>
              <a:buNone/>
              <a:defRPr/>
            </a:lvl5pPr>
            <a:lvl6pPr marL="12017731" marR="0" indent="-3530" algn="l" rtl="0">
              <a:lnSpc>
                <a:spcPct val="100000"/>
              </a:lnSpc>
              <a:spcBef>
                <a:spcPts val="0"/>
              </a:spcBef>
              <a:spcAft>
                <a:spcPts val="0"/>
              </a:spcAft>
              <a:buClr>
                <a:srgbClr val="000000"/>
              </a:buClr>
              <a:buFont typeface="Arial"/>
              <a:buNone/>
              <a:defRPr/>
            </a:lvl6pPr>
            <a:lvl7pPr marL="14421276" marR="0" indent="-6776" algn="l" rtl="0">
              <a:lnSpc>
                <a:spcPct val="100000"/>
              </a:lnSpc>
              <a:spcBef>
                <a:spcPts val="0"/>
              </a:spcBef>
              <a:spcAft>
                <a:spcPts val="0"/>
              </a:spcAft>
              <a:buClr>
                <a:srgbClr val="000000"/>
              </a:buClr>
              <a:buFont typeface="Arial"/>
              <a:buNone/>
              <a:defRPr/>
            </a:lvl7pPr>
            <a:lvl8pPr marL="16824824" marR="0" indent="-10024" algn="l" rtl="0">
              <a:lnSpc>
                <a:spcPct val="100000"/>
              </a:lnSpc>
              <a:spcBef>
                <a:spcPts val="0"/>
              </a:spcBef>
              <a:spcAft>
                <a:spcPts val="0"/>
              </a:spcAft>
              <a:buClr>
                <a:srgbClr val="000000"/>
              </a:buClr>
              <a:buFont typeface="Arial"/>
              <a:buNone/>
              <a:defRPr/>
            </a:lvl8pPr>
            <a:lvl9pPr marL="19228368" marR="0" indent="-567" algn="l" rtl="0">
              <a:lnSpc>
                <a:spcPct val="100000"/>
              </a:lnSpc>
              <a:spcBef>
                <a:spcPts val="0"/>
              </a:spcBef>
              <a:spcAft>
                <a:spcPts val="0"/>
              </a:spcAft>
              <a:buClr>
                <a:srgbClr val="000000"/>
              </a:buClr>
              <a:buFont typeface="Arial"/>
              <a:buNone/>
              <a:defRPr/>
            </a:lvl9pPr>
          </a:lstStyle>
          <a:p>
            <a:endParaRPr/>
          </a:p>
        </p:txBody>
      </p:sp>
      <p:sp>
        <p:nvSpPr>
          <p:cNvPr id="55" name="Shape 55"/>
          <p:cNvSpPr txBox="1">
            <a:spLocks noGrp="1"/>
          </p:cNvSpPr>
          <p:nvPr>
            <p:ph type="ftr" idx="11"/>
          </p:nvPr>
        </p:nvSpPr>
        <p:spPr>
          <a:xfrm>
            <a:off x="14996159" y="30510484"/>
            <a:ext cx="13898879" cy="1752600"/>
          </a:xfrm>
          <a:prstGeom prst="rect">
            <a:avLst/>
          </a:prstGeom>
          <a:noFill/>
          <a:ln>
            <a:noFill/>
          </a:ln>
        </p:spPr>
        <p:txBody>
          <a:bodyPr lIns="91425" tIns="91425" rIns="91425" bIns="91425" anchor="ctr" anchorCtr="0"/>
          <a:lstStyle>
            <a:lvl1pPr marL="0" marR="0" indent="0" algn="ctr" rtl="0">
              <a:lnSpc>
                <a:spcPct val="100000"/>
              </a:lnSpc>
              <a:spcBef>
                <a:spcPts val="0"/>
              </a:spcBef>
              <a:spcAft>
                <a:spcPts val="0"/>
              </a:spcAft>
              <a:buClr>
                <a:srgbClr val="000000"/>
              </a:buClr>
              <a:buFont typeface="Arial"/>
              <a:buNone/>
              <a:defRPr/>
            </a:lvl1pPr>
            <a:lvl2pPr marL="2403546" marR="0" indent="-3245" algn="l" rtl="0">
              <a:lnSpc>
                <a:spcPct val="100000"/>
              </a:lnSpc>
              <a:spcBef>
                <a:spcPts val="0"/>
              </a:spcBef>
              <a:spcAft>
                <a:spcPts val="0"/>
              </a:spcAft>
              <a:buClr>
                <a:srgbClr val="000000"/>
              </a:buClr>
              <a:buFont typeface="Arial"/>
              <a:buNone/>
              <a:defRPr/>
            </a:lvl2pPr>
            <a:lvl3pPr marL="4807092" marR="0" indent="-6491" algn="l" rtl="0">
              <a:lnSpc>
                <a:spcPct val="100000"/>
              </a:lnSpc>
              <a:spcBef>
                <a:spcPts val="0"/>
              </a:spcBef>
              <a:spcAft>
                <a:spcPts val="0"/>
              </a:spcAft>
              <a:buClr>
                <a:srgbClr val="000000"/>
              </a:buClr>
              <a:buFont typeface="Arial"/>
              <a:buNone/>
              <a:defRPr/>
            </a:lvl3pPr>
            <a:lvl4pPr marL="7210638" marR="0" indent="-9738" algn="l" rtl="0">
              <a:lnSpc>
                <a:spcPct val="100000"/>
              </a:lnSpc>
              <a:spcBef>
                <a:spcPts val="0"/>
              </a:spcBef>
              <a:spcAft>
                <a:spcPts val="0"/>
              </a:spcAft>
              <a:buClr>
                <a:srgbClr val="000000"/>
              </a:buClr>
              <a:buFont typeface="Arial"/>
              <a:buNone/>
              <a:defRPr/>
            </a:lvl4pPr>
            <a:lvl5pPr marL="9614184" marR="0" indent="-283" algn="l" rtl="0">
              <a:lnSpc>
                <a:spcPct val="100000"/>
              </a:lnSpc>
              <a:spcBef>
                <a:spcPts val="0"/>
              </a:spcBef>
              <a:spcAft>
                <a:spcPts val="0"/>
              </a:spcAft>
              <a:buClr>
                <a:srgbClr val="000000"/>
              </a:buClr>
              <a:buFont typeface="Arial"/>
              <a:buNone/>
              <a:defRPr/>
            </a:lvl5pPr>
            <a:lvl6pPr marL="12017731" marR="0" indent="-3530" algn="l" rtl="0">
              <a:lnSpc>
                <a:spcPct val="100000"/>
              </a:lnSpc>
              <a:spcBef>
                <a:spcPts val="0"/>
              </a:spcBef>
              <a:spcAft>
                <a:spcPts val="0"/>
              </a:spcAft>
              <a:buClr>
                <a:srgbClr val="000000"/>
              </a:buClr>
              <a:buFont typeface="Arial"/>
              <a:buNone/>
              <a:defRPr/>
            </a:lvl6pPr>
            <a:lvl7pPr marL="14421276" marR="0" indent="-6776" algn="l" rtl="0">
              <a:lnSpc>
                <a:spcPct val="100000"/>
              </a:lnSpc>
              <a:spcBef>
                <a:spcPts val="0"/>
              </a:spcBef>
              <a:spcAft>
                <a:spcPts val="0"/>
              </a:spcAft>
              <a:buClr>
                <a:srgbClr val="000000"/>
              </a:buClr>
              <a:buFont typeface="Arial"/>
              <a:buNone/>
              <a:defRPr/>
            </a:lvl7pPr>
            <a:lvl8pPr marL="16824824" marR="0" indent="-10024" algn="l" rtl="0">
              <a:lnSpc>
                <a:spcPct val="100000"/>
              </a:lnSpc>
              <a:spcBef>
                <a:spcPts val="0"/>
              </a:spcBef>
              <a:spcAft>
                <a:spcPts val="0"/>
              </a:spcAft>
              <a:buClr>
                <a:srgbClr val="000000"/>
              </a:buClr>
              <a:buFont typeface="Arial"/>
              <a:buNone/>
              <a:defRPr/>
            </a:lvl8pPr>
            <a:lvl9pPr marL="19228368" marR="0" indent="-567" algn="l" rtl="0">
              <a:lnSpc>
                <a:spcPct val="100000"/>
              </a:lnSpc>
              <a:spcBef>
                <a:spcPts val="0"/>
              </a:spcBef>
              <a:spcAft>
                <a:spcPts val="0"/>
              </a:spcAft>
              <a:buClr>
                <a:srgbClr val="000000"/>
              </a:buClr>
              <a:buFont typeface="Arial"/>
              <a:buNone/>
              <a:defRPr/>
            </a:lvl9pPr>
          </a:lstStyle>
          <a:p>
            <a:endParaRPr/>
          </a:p>
        </p:txBody>
      </p:sp>
      <p:sp>
        <p:nvSpPr>
          <p:cNvPr id="56" name="Shape 56"/>
          <p:cNvSpPr txBox="1">
            <a:spLocks noGrp="1"/>
          </p:cNvSpPr>
          <p:nvPr>
            <p:ph type="sldNum" idx="12"/>
          </p:nvPr>
        </p:nvSpPr>
        <p:spPr>
          <a:xfrm>
            <a:off x="31455359" y="30510484"/>
            <a:ext cx="10241279" cy="1752600"/>
          </a:xfrm>
          <a:prstGeom prst="rect">
            <a:avLst/>
          </a:prstGeom>
          <a:noFill/>
          <a:ln>
            <a:noFill/>
          </a:ln>
        </p:spPr>
        <p:txBody>
          <a:bodyPr lIns="91425" tIns="91425" rIns="91425" bIns="91425" anchor="ctr" anchorCtr="0">
            <a:noAutofit/>
          </a:bodyPr>
          <a:lstStyle/>
          <a:p>
            <a:pPr marL="0" lvl="0" indent="0">
              <a:spcBef>
                <a:spcPts val="0"/>
              </a:spcBef>
              <a:buClr>
                <a:srgbClr val="000000"/>
              </a:buClr>
              <a:buFont typeface="Arial"/>
              <a:buNone/>
            </a:pPr>
            <a:endParaRPr sz="1400" b="0" i="0" u="none" strike="noStrike" cap="none" baseline="0">
              <a:solidFill>
                <a:srgbClr val="000000"/>
              </a:solidFill>
              <a:latin typeface="Arial"/>
              <a:ea typeface="Arial"/>
              <a:cs typeface="Arial"/>
              <a:sym typeface="Arial"/>
              <a:rtl val="0"/>
            </a:endParaRPr>
          </a:p>
          <a:p>
            <a:pPr marL="0" lvl="1" indent="0">
              <a:spcBef>
                <a:spcPts val="0"/>
              </a:spcBef>
              <a:buClr>
                <a:srgbClr val="000000"/>
              </a:buClr>
              <a:buFont typeface="Arial"/>
              <a:buNone/>
            </a:pPr>
            <a:endParaRPr sz="1400" b="0" i="0" u="none" strike="noStrike" cap="none" baseline="0">
              <a:solidFill>
                <a:srgbClr val="000000"/>
              </a:solidFill>
              <a:latin typeface="Arial"/>
              <a:ea typeface="Arial"/>
              <a:cs typeface="Arial"/>
              <a:sym typeface="Arial"/>
              <a:rtl val="0"/>
            </a:endParaRPr>
          </a:p>
          <a:p>
            <a:pPr marL="0" lvl="2" indent="0">
              <a:spcBef>
                <a:spcPts val="0"/>
              </a:spcBef>
              <a:buClr>
                <a:srgbClr val="000000"/>
              </a:buClr>
              <a:buFont typeface="Arial"/>
              <a:buNone/>
            </a:pPr>
            <a:endParaRPr sz="1400" b="0" i="0" u="none" strike="noStrike" cap="none" baseline="0">
              <a:solidFill>
                <a:srgbClr val="000000"/>
              </a:solidFill>
              <a:latin typeface="Arial"/>
              <a:ea typeface="Arial"/>
              <a:cs typeface="Arial"/>
              <a:sym typeface="Arial"/>
              <a:rtl val="0"/>
            </a:endParaRPr>
          </a:p>
          <a:p>
            <a:pPr marL="0" lvl="3" indent="0">
              <a:spcBef>
                <a:spcPts val="0"/>
              </a:spcBef>
              <a:buClr>
                <a:srgbClr val="000000"/>
              </a:buClr>
              <a:buFont typeface="Arial"/>
              <a:buNone/>
            </a:pPr>
            <a:endParaRPr sz="1400" b="0" i="0" u="none" strike="noStrike" cap="none" baseline="0">
              <a:solidFill>
                <a:srgbClr val="000000"/>
              </a:solidFill>
              <a:latin typeface="Arial"/>
              <a:ea typeface="Arial"/>
              <a:cs typeface="Arial"/>
              <a:sym typeface="Arial"/>
              <a:rtl val="0"/>
            </a:endParaRPr>
          </a:p>
          <a:p>
            <a:pPr marL="0" lvl="4" indent="0">
              <a:spcBef>
                <a:spcPts val="0"/>
              </a:spcBef>
              <a:buClr>
                <a:srgbClr val="000000"/>
              </a:buClr>
              <a:buFont typeface="Arial"/>
              <a:buNone/>
            </a:pPr>
            <a:endParaRPr sz="1400" b="0" i="0" u="none" strike="noStrike" cap="none" baseline="0">
              <a:solidFill>
                <a:srgbClr val="000000"/>
              </a:solidFill>
              <a:latin typeface="Arial"/>
              <a:ea typeface="Arial"/>
              <a:cs typeface="Arial"/>
              <a:sym typeface="Arial"/>
              <a:rtl val="0"/>
            </a:endParaRPr>
          </a:p>
          <a:p>
            <a:pPr marL="0" lvl="5" indent="0">
              <a:spcBef>
                <a:spcPts val="0"/>
              </a:spcBef>
              <a:buClr>
                <a:srgbClr val="000000"/>
              </a:buClr>
              <a:buFont typeface="Arial"/>
              <a:buNone/>
            </a:pPr>
            <a:endParaRPr sz="1400" b="0" i="0" u="none" strike="noStrike" cap="none" baseline="0">
              <a:solidFill>
                <a:srgbClr val="000000"/>
              </a:solidFill>
              <a:latin typeface="Arial"/>
              <a:ea typeface="Arial"/>
              <a:cs typeface="Arial"/>
              <a:sym typeface="Arial"/>
              <a:rtl val="0"/>
            </a:endParaRPr>
          </a:p>
          <a:p>
            <a:pPr marL="0" lvl="6" indent="0">
              <a:spcBef>
                <a:spcPts val="0"/>
              </a:spcBef>
              <a:buClr>
                <a:srgbClr val="000000"/>
              </a:buClr>
              <a:buFont typeface="Arial"/>
              <a:buNone/>
            </a:pPr>
            <a:endParaRPr sz="1400" b="0" i="0" u="none" strike="noStrike" cap="none" baseline="0">
              <a:solidFill>
                <a:srgbClr val="000000"/>
              </a:solidFill>
              <a:latin typeface="Arial"/>
              <a:ea typeface="Arial"/>
              <a:cs typeface="Arial"/>
              <a:sym typeface="Arial"/>
              <a:rtl val="0"/>
            </a:endParaRPr>
          </a:p>
          <a:p>
            <a:pPr marL="0" lvl="7" indent="0">
              <a:spcBef>
                <a:spcPts val="0"/>
              </a:spcBef>
              <a:buClr>
                <a:srgbClr val="000000"/>
              </a:buClr>
              <a:buFont typeface="Arial"/>
              <a:buNone/>
            </a:pPr>
            <a:endParaRPr sz="1400" b="0" i="0" u="none" strike="noStrike" cap="none" baseline="0">
              <a:solidFill>
                <a:srgbClr val="000000"/>
              </a:solidFill>
              <a:latin typeface="Arial"/>
              <a:ea typeface="Arial"/>
              <a:cs typeface="Arial"/>
              <a:sym typeface="Arial"/>
              <a:rtl val="0"/>
            </a:endParaRPr>
          </a:p>
          <a:p>
            <a:pPr marL="0" lvl="8" indent="0">
              <a:spcBef>
                <a:spcPts val="0"/>
              </a:spcBef>
              <a:buClr>
                <a:srgbClr val="000000"/>
              </a:buClr>
              <a:buFont typeface="Arial"/>
              <a:buNone/>
            </a:pPr>
            <a:endParaRPr sz="1400" b="0" i="0" u="none" strike="noStrike" cap="none" baseline="0">
              <a:solidFill>
                <a:srgbClr val="000000"/>
              </a:solidFill>
              <a:latin typeface="Arial"/>
              <a:ea typeface="Arial"/>
              <a:cs typeface="Arial"/>
              <a:sym typeface="Arial"/>
              <a:rtl val="0"/>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Tx">
  <p:cSld name="Content with Caption">
    <p:spTree>
      <p:nvGrpSpPr>
        <p:cNvPr id="1" name="Shape 57"/>
        <p:cNvGrpSpPr/>
        <p:nvPr/>
      </p:nvGrpSpPr>
      <p:grpSpPr>
        <a:xfrm>
          <a:off x="0" y="0"/>
          <a:ext cx="0" cy="0"/>
          <a:chOff x="0" y="0"/>
          <a:chExt cx="0" cy="0"/>
        </a:xfrm>
      </p:grpSpPr>
      <p:sp>
        <p:nvSpPr>
          <p:cNvPr id="58" name="Shape 58"/>
          <p:cNvSpPr txBox="1">
            <a:spLocks noGrp="1"/>
          </p:cNvSpPr>
          <p:nvPr>
            <p:ph type="title"/>
          </p:nvPr>
        </p:nvSpPr>
        <p:spPr>
          <a:xfrm>
            <a:off x="2194564" y="1310640"/>
            <a:ext cx="14439903" cy="5577837"/>
          </a:xfrm>
          <a:prstGeom prst="rect">
            <a:avLst/>
          </a:prstGeom>
          <a:noFill/>
          <a:ln>
            <a:noFill/>
          </a:ln>
        </p:spPr>
        <p:txBody>
          <a:bodyPr lIns="91425" tIns="91425" rIns="91425" bIns="91425" anchor="b" anchorCtr="0"/>
          <a:lstStyle>
            <a:lvl1pPr algn="l" rtl="0">
              <a:spcBef>
                <a:spcPts val="0"/>
              </a:spcBef>
              <a:defRPr/>
            </a:lvl1pPr>
            <a:lvl2pPr rtl="0">
              <a:spcBef>
                <a:spcPts val="0"/>
              </a:spcBef>
              <a:defRPr/>
            </a:lvl2pPr>
            <a:lvl3pPr rtl="0">
              <a:spcBef>
                <a:spcPts val="0"/>
              </a:spcBef>
              <a:defRPr/>
            </a:lvl3pPr>
            <a:lvl4pPr rtl="0">
              <a:spcBef>
                <a:spcPts val="0"/>
              </a:spcBef>
              <a:defRPr/>
            </a:lvl4pPr>
            <a:lvl5pPr rtl="0">
              <a:spcBef>
                <a:spcPts val="0"/>
              </a:spcBef>
              <a:defRPr/>
            </a:lvl5pPr>
            <a:lvl6pPr rtl="0">
              <a:spcBef>
                <a:spcPts val="0"/>
              </a:spcBef>
              <a:defRPr/>
            </a:lvl6pPr>
            <a:lvl7pPr rtl="0">
              <a:spcBef>
                <a:spcPts val="0"/>
              </a:spcBef>
              <a:defRPr/>
            </a:lvl7pPr>
            <a:lvl8pPr rtl="0">
              <a:spcBef>
                <a:spcPts val="0"/>
              </a:spcBef>
              <a:defRPr/>
            </a:lvl8pPr>
            <a:lvl9pPr rtl="0">
              <a:spcBef>
                <a:spcPts val="0"/>
              </a:spcBef>
              <a:defRPr/>
            </a:lvl9pPr>
          </a:lstStyle>
          <a:p>
            <a:r>
              <a:rPr lang="en-US"/>
              <a:t>Click to edit Master title style</a:t>
            </a:r>
            <a:endParaRPr/>
          </a:p>
        </p:txBody>
      </p:sp>
      <p:sp>
        <p:nvSpPr>
          <p:cNvPr id="59" name="Shape 59"/>
          <p:cNvSpPr txBox="1">
            <a:spLocks noGrp="1"/>
          </p:cNvSpPr>
          <p:nvPr>
            <p:ph type="body" idx="1"/>
          </p:nvPr>
        </p:nvSpPr>
        <p:spPr>
          <a:xfrm>
            <a:off x="17160240" y="1310641"/>
            <a:ext cx="24536398" cy="28094942"/>
          </a:xfrm>
          <a:prstGeom prst="rect">
            <a:avLst/>
          </a:prstGeom>
          <a:noFill/>
          <a:ln>
            <a:noFill/>
          </a:ln>
        </p:spPr>
        <p:txBody>
          <a:bodyPr lIns="91425" tIns="91425" rIns="91425" bIns="91425" anchor="t" anchorCtr="0"/>
          <a:lstStyle>
            <a:lvl1pPr rtl="0">
              <a:spcBef>
                <a:spcPts val="0"/>
              </a:spcBef>
              <a:defRPr/>
            </a:lvl1pPr>
            <a:lvl2pPr rtl="0">
              <a:spcBef>
                <a:spcPts val="0"/>
              </a:spcBef>
              <a:defRPr/>
            </a:lvl2pPr>
            <a:lvl3pPr rtl="0">
              <a:spcBef>
                <a:spcPts val="0"/>
              </a:spcBef>
              <a:defRPr/>
            </a:lvl3pPr>
            <a:lvl4pPr rtl="0">
              <a:spcBef>
                <a:spcPts val="0"/>
              </a:spcBef>
              <a:defRPr/>
            </a:lvl4pPr>
            <a:lvl5pPr rtl="0">
              <a:spcBef>
                <a:spcPts val="0"/>
              </a:spcBef>
              <a:defRPr/>
            </a:lvl5pPr>
            <a:lvl6pPr rtl="0">
              <a:spcBef>
                <a:spcPts val="0"/>
              </a:spcBef>
              <a:defRPr/>
            </a:lvl6pPr>
            <a:lvl7pPr rtl="0">
              <a:spcBef>
                <a:spcPts val="0"/>
              </a:spcBef>
              <a:defRPr/>
            </a:lvl7pPr>
            <a:lvl8pPr rtl="0">
              <a:spcBef>
                <a:spcPts val="0"/>
              </a:spcBef>
              <a:defRPr/>
            </a:lvl8pPr>
            <a:lvl9pPr rtl="0">
              <a:spcBef>
                <a:spcPts val="0"/>
              </a:spcBef>
              <a:defRPr/>
            </a:lvl9pPr>
          </a:lstStyle>
          <a:p>
            <a:pPr lvl="0"/>
            <a:r>
              <a:rPr lang="en-US"/>
              <a:t>Click to edit Master text styles</a:t>
            </a:r>
          </a:p>
        </p:txBody>
      </p:sp>
      <p:sp>
        <p:nvSpPr>
          <p:cNvPr id="60" name="Shape 60"/>
          <p:cNvSpPr txBox="1">
            <a:spLocks noGrp="1"/>
          </p:cNvSpPr>
          <p:nvPr>
            <p:ph type="body" idx="2"/>
          </p:nvPr>
        </p:nvSpPr>
        <p:spPr>
          <a:xfrm>
            <a:off x="2194564" y="6888482"/>
            <a:ext cx="14439903" cy="22517103"/>
          </a:xfrm>
          <a:prstGeom prst="rect">
            <a:avLst/>
          </a:prstGeom>
          <a:noFill/>
          <a:ln>
            <a:noFill/>
          </a:ln>
        </p:spPr>
        <p:txBody>
          <a:bodyPr lIns="91425" tIns="91425" rIns="91425" bIns="91425" anchor="t" anchorCtr="0"/>
          <a:lstStyle>
            <a:lvl1pPr marL="0" indent="0" rtl="0">
              <a:spcBef>
                <a:spcPts val="0"/>
              </a:spcBef>
              <a:buFont typeface="Calibri"/>
              <a:buNone/>
              <a:defRPr/>
            </a:lvl1pPr>
            <a:lvl2pPr marL="2403546" indent="-3245" rtl="0">
              <a:spcBef>
                <a:spcPts val="0"/>
              </a:spcBef>
              <a:buFont typeface="Calibri"/>
              <a:buNone/>
              <a:defRPr/>
            </a:lvl2pPr>
            <a:lvl3pPr marL="4807092" indent="-6491" rtl="0">
              <a:spcBef>
                <a:spcPts val="0"/>
              </a:spcBef>
              <a:buFont typeface="Calibri"/>
              <a:buNone/>
              <a:defRPr/>
            </a:lvl3pPr>
            <a:lvl4pPr marL="7210638" indent="-9738" rtl="0">
              <a:spcBef>
                <a:spcPts val="0"/>
              </a:spcBef>
              <a:buFont typeface="Calibri"/>
              <a:buNone/>
              <a:defRPr/>
            </a:lvl4pPr>
            <a:lvl5pPr marL="9614184" indent="-283" rtl="0">
              <a:spcBef>
                <a:spcPts val="0"/>
              </a:spcBef>
              <a:buFont typeface="Calibri"/>
              <a:buNone/>
              <a:defRPr/>
            </a:lvl5pPr>
            <a:lvl6pPr marL="12017731" indent="-3530" rtl="0">
              <a:spcBef>
                <a:spcPts val="0"/>
              </a:spcBef>
              <a:buFont typeface="Calibri"/>
              <a:buNone/>
              <a:defRPr/>
            </a:lvl6pPr>
            <a:lvl7pPr marL="14421276" indent="-6776" rtl="0">
              <a:spcBef>
                <a:spcPts val="0"/>
              </a:spcBef>
              <a:buFont typeface="Calibri"/>
              <a:buNone/>
              <a:defRPr/>
            </a:lvl7pPr>
            <a:lvl8pPr marL="16824824" indent="-10024" rtl="0">
              <a:spcBef>
                <a:spcPts val="0"/>
              </a:spcBef>
              <a:buFont typeface="Calibri"/>
              <a:buNone/>
              <a:defRPr/>
            </a:lvl8pPr>
            <a:lvl9pPr marL="19228368" indent="-567" rtl="0">
              <a:spcBef>
                <a:spcPts val="0"/>
              </a:spcBef>
              <a:buFont typeface="Calibri"/>
              <a:buNone/>
              <a:defRPr/>
            </a:lvl9pPr>
          </a:lstStyle>
          <a:p>
            <a:pPr lvl="0"/>
            <a:r>
              <a:rPr lang="en-US"/>
              <a:t>Click to edit Master text styles</a:t>
            </a:r>
          </a:p>
        </p:txBody>
      </p:sp>
      <p:sp>
        <p:nvSpPr>
          <p:cNvPr id="61" name="Shape 61"/>
          <p:cNvSpPr txBox="1">
            <a:spLocks noGrp="1"/>
          </p:cNvSpPr>
          <p:nvPr>
            <p:ph type="dt" idx="10"/>
          </p:nvPr>
        </p:nvSpPr>
        <p:spPr>
          <a:xfrm>
            <a:off x="2194558" y="30510484"/>
            <a:ext cx="10241279" cy="1752600"/>
          </a:xfrm>
          <a:prstGeom prst="rect">
            <a:avLst/>
          </a:prstGeom>
          <a:noFill/>
          <a:ln>
            <a:noFill/>
          </a:ln>
        </p:spPr>
        <p:txBody>
          <a:bodyPr lIns="91425" tIns="91425" rIns="91425" bIns="91425" anchor="ctr" anchorCtr="0"/>
          <a:lstStyle>
            <a:lvl1pPr marL="0" marR="0" indent="0" algn="l" rtl="0">
              <a:lnSpc>
                <a:spcPct val="100000"/>
              </a:lnSpc>
              <a:spcBef>
                <a:spcPts val="0"/>
              </a:spcBef>
              <a:spcAft>
                <a:spcPts val="0"/>
              </a:spcAft>
              <a:buClr>
                <a:srgbClr val="000000"/>
              </a:buClr>
              <a:buFont typeface="Arial"/>
              <a:buNone/>
              <a:defRPr/>
            </a:lvl1pPr>
            <a:lvl2pPr marL="2403546" marR="0" indent="-3245" algn="l" rtl="0">
              <a:lnSpc>
                <a:spcPct val="100000"/>
              </a:lnSpc>
              <a:spcBef>
                <a:spcPts val="0"/>
              </a:spcBef>
              <a:spcAft>
                <a:spcPts val="0"/>
              </a:spcAft>
              <a:buClr>
                <a:srgbClr val="000000"/>
              </a:buClr>
              <a:buFont typeface="Arial"/>
              <a:buNone/>
              <a:defRPr/>
            </a:lvl2pPr>
            <a:lvl3pPr marL="4807092" marR="0" indent="-6491" algn="l" rtl="0">
              <a:lnSpc>
                <a:spcPct val="100000"/>
              </a:lnSpc>
              <a:spcBef>
                <a:spcPts val="0"/>
              </a:spcBef>
              <a:spcAft>
                <a:spcPts val="0"/>
              </a:spcAft>
              <a:buClr>
                <a:srgbClr val="000000"/>
              </a:buClr>
              <a:buFont typeface="Arial"/>
              <a:buNone/>
              <a:defRPr/>
            </a:lvl3pPr>
            <a:lvl4pPr marL="7210638" marR="0" indent="-9738" algn="l" rtl="0">
              <a:lnSpc>
                <a:spcPct val="100000"/>
              </a:lnSpc>
              <a:spcBef>
                <a:spcPts val="0"/>
              </a:spcBef>
              <a:spcAft>
                <a:spcPts val="0"/>
              </a:spcAft>
              <a:buClr>
                <a:srgbClr val="000000"/>
              </a:buClr>
              <a:buFont typeface="Arial"/>
              <a:buNone/>
              <a:defRPr/>
            </a:lvl4pPr>
            <a:lvl5pPr marL="9614184" marR="0" indent="-283" algn="l" rtl="0">
              <a:lnSpc>
                <a:spcPct val="100000"/>
              </a:lnSpc>
              <a:spcBef>
                <a:spcPts val="0"/>
              </a:spcBef>
              <a:spcAft>
                <a:spcPts val="0"/>
              </a:spcAft>
              <a:buClr>
                <a:srgbClr val="000000"/>
              </a:buClr>
              <a:buFont typeface="Arial"/>
              <a:buNone/>
              <a:defRPr/>
            </a:lvl5pPr>
            <a:lvl6pPr marL="12017731" marR="0" indent="-3530" algn="l" rtl="0">
              <a:lnSpc>
                <a:spcPct val="100000"/>
              </a:lnSpc>
              <a:spcBef>
                <a:spcPts val="0"/>
              </a:spcBef>
              <a:spcAft>
                <a:spcPts val="0"/>
              </a:spcAft>
              <a:buClr>
                <a:srgbClr val="000000"/>
              </a:buClr>
              <a:buFont typeface="Arial"/>
              <a:buNone/>
              <a:defRPr/>
            </a:lvl6pPr>
            <a:lvl7pPr marL="14421276" marR="0" indent="-6776" algn="l" rtl="0">
              <a:lnSpc>
                <a:spcPct val="100000"/>
              </a:lnSpc>
              <a:spcBef>
                <a:spcPts val="0"/>
              </a:spcBef>
              <a:spcAft>
                <a:spcPts val="0"/>
              </a:spcAft>
              <a:buClr>
                <a:srgbClr val="000000"/>
              </a:buClr>
              <a:buFont typeface="Arial"/>
              <a:buNone/>
              <a:defRPr/>
            </a:lvl7pPr>
            <a:lvl8pPr marL="16824824" marR="0" indent="-10024" algn="l" rtl="0">
              <a:lnSpc>
                <a:spcPct val="100000"/>
              </a:lnSpc>
              <a:spcBef>
                <a:spcPts val="0"/>
              </a:spcBef>
              <a:spcAft>
                <a:spcPts val="0"/>
              </a:spcAft>
              <a:buClr>
                <a:srgbClr val="000000"/>
              </a:buClr>
              <a:buFont typeface="Arial"/>
              <a:buNone/>
              <a:defRPr/>
            </a:lvl8pPr>
            <a:lvl9pPr marL="19228368" marR="0" indent="-567" algn="l" rtl="0">
              <a:lnSpc>
                <a:spcPct val="100000"/>
              </a:lnSpc>
              <a:spcBef>
                <a:spcPts val="0"/>
              </a:spcBef>
              <a:spcAft>
                <a:spcPts val="0"/>
              </a:spcAft>
              <a:buClr>
                <a:srgbClr val="000000"/>
              </a:buClr>
              <a:buFont typeface="Arial"/>
              <a:buNone/>
              <a:defRPr/>
            </a:lvl9pPr>
          </a:lstStyle>
          <a:p>
            <a:endParaRPr/>
          </a:p>
        </p:txBody>
      </p:sp>
      <p:sp>
        <p:nvSpPr>
          <p:cNvPr id="62" name="Shape 62"/>
          <p:cNvSpPr txBox="1">
            <a:spLocks noGrp="1"/>
          </p:cNvSpPr>
          <p:nvPr>
            <p:ph type="ftr" idx="11"/>
          </p:nvPr>
        </p:nvSpPr>
        <p:spPr>
          <a:xfrm>
            <a:off x="14996159" y="30510484"/>
            <a:ext cx="13898879" cy="1752600"/>
          </a:xfrm>
          <a:prstGeom prst="rect">
            <a:avLst/>
          </a:prstGeom>
          <a:noFill/>
          <a:ln>
            <a:noFill/>
          </a:ln>
        </p:spPr>
        <p:txBody>
          <a:bodyPr lIns="91425" tIns="91425" rIns="91425" bIns="91425" anchor="ctr" anchorCtr="0"/>
          <a:lstStyle>
            <a:lvl1pPr marL="0" marR="0" indent="0" algn="ctr" rtl="0">
              <a:lnSpc>
                <a:spcPct val="100000"/>
              </a:lnSpc>
              <a:spcBef>
                <a:spcPts val="0"/>
              </a:spcBef>
              <a:spcAft>
                <a:spcPts val="0"/>
              </a:spcAft>
              <a:buClr>
                <a:srgbClr val="000000"/>
              </a:buClr>
              <a:buFont typeface="Arial"/>
              <a:buNone/>
              <a:defRPr/>
            </a:lvl1pPr>
            <a:lvl2pPr marL="2403546" marR="0" indent="-3245" algn="l" rtl="0">
              <a:lnSpc>
                <a:spcPct val="100000"/>
              </a:lnSpc>
              <a:spcBef>
                <a:spcPts val="0"/>
              </a:spcBef>
              <a:spcAft>
                <a:spcPts val="0"/>
              </a:spcAft>
              <a:buClr>
                <a:srgbClr val="000000"/>
              </a:buClr>
              <a:buFont typeface="Arial"/>
              <a:buNone/>
              <a:defRPr/>
            </a:lvl2pPr>
            <a:lvl3pPr marL="4807092" marR="0" indent="-6491" algn="l" rtl="0">
              <a:lnSpc>
                <a:spcPct val="100000"/>
              </a:lnSpc>
              <a:spcBef>
                <a:spcPts val="0"/>
              </a:spcBef>
              <a:spcAft>
                <a:spcPts val="0"/>
              </a:spcAft>
              <a:buClr>
                <a:srgbClr val="000000"/>
              </a:buClr>
              <a:buFont typeface="Arial"/>
              <a:buNone/>
              <a:defRPr/>
            </a:lvl3pPr>
            <a:lvl4pPr marL="7210638" marR="0" indent="-9738" algn="l" rtl="0">
              <a:lnSpc>
                <a:spcPct val="100000"/>
              </a:lnSpc>
              <a:spcBef>
                <a:spcPts val="0"/>
              </a:spcBef>
              <a:spcAft>
                <a:spcPts val="0"/>
              </a:spcAft>
              <a:buClr>
                <a:srgbClr val="000000"/>
              </a:buClr>
              <a:buFont typeface="Arial"/>
              <a:buNone/>
              <a:defRPr/>
            </a:lvl4pPr>
            <a:lvl5pPr marL="9614184" marR="0" indent="-283" algn="l" rtl="0">
              <a:lnSpc>
                <a:spcPct val="100000"/>
              </a:lnSpc>
              <a:spcBef>
                <a:spcPts val="0"/>
              </a:spcBef>
              <a:spcAft>
                <a:spcPts val="0"/>
              </a:spcAft>
              <a:buClr>
                <a:srgbClr val="000000"/>
              </a:buClr>
              <a:buFont typeface="Arial"/>
              <a:buNone/>
              <a:defRPr/>
            </a:lvl5pPr>
            <a:lvl6pPr marL="12017731" marR="0" indent="-3530" algn="l" rtl="0">
              <a:lnSpc>
                <a:spcPct val="100000"/>
              </a:lnSpc>
              <a:spcBef>
                <a:spcPts val="0"/>
              </a:spcBef>
              <a:spcAft>
                <a:spcPts val="0"/>
              </a:spcAft>
              <a:buClr>
                <a:srgbClr val="000000"/>
              </a:buClr>
              <a:buFont typeface="Arial"/>
              <a:buNone/>
              <a:defRPr/>
            </a:lvl6pPr>
            <a:lvl7pPr marL="14421276" marR="0" indent="-6776" algn="l" rtl="0">
              <a:lnSpc>
                <a:spcPct val="100000"/>
              </a:lnSpc>
              <a:spcBef>
                <a:spcPts val="0"/>
              </a:spcBef>
              <a:spcAft>
                <a:spcPts val="0"/>
              </a:spcAft>
              <a:buClr>
                <a:srgbClr val="000000"/>
              </a:buClr>
              <a:buFont typeface="Arial"/>
              <a:buNone/>
              <a:defRPr/>
            </a:lvl7pPr>
            <a:lvl8pPr marL="16824824" marR="0" indent="-10024" algn="l" rtl="0">
              <a:lnSpc>
                <a:spcPct val="100000"/>
              </a:lnSpc>
              <a:spcBef>
                <a:spcPts val="0"/>
              </a:spcBef>
              <a:spcAft>
                <a:spcPts val="0"/>
              </a:spcAft>
              <a:buClr>
                <a:srgbClr val="000000"/>
              </a:buClr>
              <a:buFont typeface="Arial"/>
              <a:buNone/>
              <a:defRPr/>
            </a:lvl8pPr>
            <a:lvl9pPr marL="19228368" marR="0" indent="-567" algn="l" rtl="0">
              <a:lnSpc>
                <a:spcPct val="100000"/>
              </a:lnSpc>
              <a:spcBef>
                <a:spcPts val="0"/>
              </a:spcBef>
              <a:spcAft>
                <a:spcPts val="0"/>
              </a:spcAft>
              <a:buClr>
                <a:srgbClr val="000000"/>
              </a:buClr>
              <a:buFont typeface="Arial"/>
              <a:buNone/>
              <a:defRPr/>
            </a:lvl9pPr>
          </a:lstStyle>
          <a:p>
            <a:endParaRPr/>
          </a:p>
        </p:txBody>
      </p:sp>
      <p:sp>
        <p:nvSpPr>
          <p:cNvPr id="63" name="Shape 63"/>
          <p:cNvSpPr txBox="1">
            <a:spLocks noGrp="1"/>
          </p:cNvSpPr>
          <p:nvPr>
            <p:ph type="sldNum" idx="12"/>
          </p:nvPr>
        </p:nvSpPr>
        <p:spPr>
          <a:xfrm>
            <a:off x="31455359" y="30510484"/>
            <a:ext cx="10241279" cy="1752600"/>
          </a:xfrm>
          <a:prstGeom prst="rect">
            <a:avLst/>
          </a:prstGeom>
          <a:noFill/>
          <a:ln>
            <a:noFill/>
          </a:ln>
        </p:spPr>
        <p:txBody>
          <a:bodyPr lIns="91425" tIns="91425" rIns="91425" bIns="91425" anchor="ctr" anchorCtr="0">
            <a:noAutofit/>
          </a:bodyPr>
          <a:lstStyle/>
          <a:p>
            <a:pPr marL="0" lvl="0" indent="0">
              <a:spcBef>
                <a:spcPts val="0"/>
              </a:spcBef>
              <a:buClr>
                <a:srgbClr val="000000"/>
              </a:buClr>
              <a:buFont typeface="Arial"/>
              <a:buNone/>
            </a:pPr>
            <a:endParaRPr sz="1400" b="0" i="0" u="none" strike="noStrike" cap="none" baseline="0">
              <a:solidFill>
                <a:srgbClr val="000000"/>
              </a:solidFill>
              <a:latin typeface="Arial"/>
              <a:ea typeface="Arial"/>
              <a:cs typeface="Arial"/>
              <a:sym typeface="Arial"/>
              <a:rtl val="0"/>
            </a:endParaRPr>
          </a:p>
          <a:p>
            <a:pPr marL="0" lvl="1" indent="0">
              <a:spcBef>
                <a:spcPts val="0"/>
              </a:spcBef>
              <a:buClr>
                <a:srgbClr val="000000"/>
              </a:buClr>
              <a:buFont typeface="Arial"/>
              <a:buNone/>
            </a:pPr>
            <a:endParaRPr sz="1400" b="0" i="0" u="none" strike="noStrike" cap="none" baseline="0">
              <a:solidFill>
                <a:srgbClr val="000000"/>
              </a:solidFill>
              <a:latin typeface="Arial"/>
              <a:ea typeface="Arial"/>
              <a:cs typeface="Arial"/>
              <a:sym typeface="Arial"/>
              <a:rtl val="0"/>
            </a:endParaRPr>
          </a:p>
          <a:p>
            <a:pPr marL="0" lvl="2" indent="0">
              <a:spcBef>
                <a:spcPts val="0"/>
              </a:spcBef>
              <a:buClr>
                <a:srgbClr val="000000"/>
              </a:buClr>
              <a:buFont typeface="Arial"/>
              <a:buNone/>
            </a:pPr>
            <a:endParaRPr sz="1400" b="0" i="0" u="none" strike="noStrike" cap="none" baseline="0">
              <a:solidFill>
                <a:srgbClr val="000000"/>
              </a:solidFill>
              <a:latin typeface="Arial"/>
              <a:ea typeface="Arial"/>
              <a:cs typeface="Arial"/>
              <a:sym typeface="Arial"/>
              <a:rtl val="0"/>
            </a:endParaRPr>
          </a:p>
          <a:p>
            <a:pPr marL="0" lvl="3" indent="0">
              <a:spcBef>
                <a:spcPts val="0"/>
              </a:spcBef>
              <a:buClr>
                <a:srgbClr val="000000"/>
              </a:buClr>
              <a:buFont typeface="Arial"/>
              <a:buNone/>
            </a:pPr>
            <a:endParaRPr sz="1400" b="0" i="0" u="none" strike="noStrike" cap="none" baseline="0">
              <a:solidFill>
                <a:srgbClr val="000000"/>
              </a:solidFill>
              <a:latin typeface="Arial"/>
              <a:ea typeface="Arial"/>
              <a:cs typeface="Arial"/>
              <a:sym typeface="Arial"/>
              <a:rtl val="0"/>
            </a:endParaRPr>
          </a:p>
          <a:p>
            <a:pPr marL="0" lvl="4" indent="0">
              <a:spcBef>
                <a:spcPts val="0"/>
              </a:spcBef>
              <a:buClr>
                <a:srgbClr val="000000"/>
              </a:buClr>
              <a:buFont typeface="Arial"/>
              <a:buNone/>
            </a:pPr>
            <a:endParaRPr sz="1400" b="0" i="0" u="none" strike="noStrike" cap="none" baseline="0">
              <a:solidFill>
                <a:srgbClr val="000000"/>
              </a:solidFill>
              <a:latin typeface="Arial"/>
              <a:ea typeface="Arial"/>
              <a:cs typeface="Arial"/>
              <a:sym typeface="Arial"/>
              <a:rtl val="0"/>
            </a:endParaRPr>
          </a:p>
          <a:p>
            <a:pPr marL="0" lvl="5" indent="0">
              <a:spcBef>
                <a:spcPts val="0"/>
              </a:spcBef>
              <a:buClr>
                <a:srgbClr val="000000"/>
              </a:buClr>
              <a:buFont typeface="Arial"/>
              <a:buNone/>
            </a:pPr>
            <a:endParaRPr sz="1400" b="0" i="0" u="none" strike="noStrike" cap="none" baseline="0">
              <a:solidFill>
                <a:srgbClr val="000000"/>
              </a:solidFill>
              <a:latin typeface="Arial"/>
              <a:ea typeface="Arial"/>
              <a:cs typeface="Arial"/>
              <a:sym typeface="Arial"/>
              <a:rtl val="0"/>
            </a:endParaRPr>
          </a:p>
          <a:p>
            <a:pPr marL="0" lvl="6" indent="0">
              <a:spcBef>
                <a:spcPts val="0"/>
              </a:spcBef>
              <a:buClr>
                <a:srgbClr val="000000"/>
              </a:buClr>
              <a:buFont typeface="Arial"/>
              <a:buNone/>
            </a:pPr>
            <a:endParaRPr sz="1400" b="0" i="0" u="none" strike="noStrike" cap="none" baseline="0">
              <a:solidFill>
                <a:srgbClr val="000000"/>
              </a:solidFill>
              <a:latin typeface="Arial"/>
              <a:ea typeface="Arial"/>
              <a:cs typeface="Arial"/>
              <a:sym typeface="Arial"/>
              <a:rtl val="0"/>
            </a:endParaRPr>
          </a:p>
          <a:p>
            <a:pPr marL="0" lvl="7" indent="0">
              <a:spcBef>
                <a:spcPts val="0"/>
              </a:spcBef>
              <a:buClr>
                <a:srgbClr val="000000"/>
              </a:buClr>
              <a:buFont typeface="Arial"/>
              <a:buNone/>
            </a:pPr>
            <a:endParaRPr sz="1400" b="0" i="0" u="none" strike="noStrike" cap="none" baseline="0">
              <a:solidFill>
                <a:srgbClr val="000000"/>
              </a:solidFill>
              <a:latin typeface="Arial"/>
              <a:ea typeface="Arial"/>
              <a:cs typeface="Arial"/>
              <a:sym typeface="Arial"/>
              <a:rtl val="0"/>
            </a:endParaRPr>
          </a:p>
          <a:p>
            <a:pPr marL="0" lvl="8" indent="0">
              <a:spcBef>
                <a:spcPts val="0"/>
              </a:spcBef>
              <a:buClr>
                <a:srgbClr val="000000"/>
              </a:buClr>
              <a:buFont typeface="Arial"/>
              <a:buNone/>
            </a:pPr>
            <a:endParaRPr sz="1400" b="0" i="0" u="none" strike="noStrike" cap="none" baseline="0">
              <a:solidFill>
                <a:srgbClr val="000000"/>
              </a:solidFill>
              <a:latin typeface="Arial"/>
              <a:ea typeface="Arial"/>
              <a:cs typeface="Arial"/>
              <a:sym typeface="Arial"/>
              <a:rtl val="0"/>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picTx">
  <p:cSld name="Picture with Caption">
    <p:spTree>
      <p:nvGrpSpPr>
        <p:cNvPr id="1" name="Shape 64"/>
        <p:cNvGrpSpPr/>
        <p:nvPr/>
      </p:nvGrpSpPr>
      <p:grpSpPr>
        <a:xfrm>
          <a:off x="0" y="0"/>
          <a:ext cx="0" cy="0"/>
          <a:chOff x="0" y="0"/>
          <a:chExt cx="0" cy="0"/>
        </a:xfrm>
      </p:grpSpPr>
      <p:sp>
        <p:nvSpPr>
          <p:cNvPr id="65" name="Shape 65"/>
          <p:cNvSpPr txBox="1">
            <a:spLocks noGrp="1"/>
          </p:cNvSpPr>
          <p:nvPr>
            <p:ph type="title"/>
          </p:nvPr>
        </p:nvSpPr>
        <p:spPr>
          <a:xfrm>
            <a:off x="8602982" y="23042881"/>
            <a:ext cx="26334720" cy="2720343"/>
          </a:xfrm>
          <a:prstGeom prst="rect">
            <a:avLst/>
          </a:prstGeom>
          <a:noFill/>
          <a:ln>
            <a:noFill/>
          </a:ln>
        </p:spPr>
        <p:txBody>
          <a:bodyPr lIns="91425" tIns="91425" rIns="91425" bIns="91425" anchor="b" anchorCtr="0"/>
          <a:lstStyle>
            <a:lvl1pPr algn="l" rtl="0">
              <a:spcBef>
                <a:spcPts val="0"/>
              </a:spcBef>
              <a:defRPr/>
            </a:lvl1pPr>
            <a:lvl2pPr rtl="0">
              <a:spcBef>
                <a:spcPts val="0"/>
              </a:spcBef>
              <a:defRPr/>
            </a:lvl2pPr>
            <a:lvl3pPr rtl="0">
              <a:spcBef>
                <a:spcPts val="0"/>
              </a:spcBef>
              <a:defRPr/>
            </a:lvl3pPr>
            <a:lvl4pPr rtl="0">
              <a:spcBef>
                <a:spcPts val="0"/>
              </a:spcBef>
              <a:defRPr/>
            </a:lvl4pPr>
            <a:lvl5pPr rtl="0">
              <a:spcBef>
                <a:spcPts val="0"/>
              </a:spcBef>
              <a:defRPr/>
            </a:lvl5pPr>
            <a:lvl6pPr rtl="0">
              <a:spcBef>
                <a:spcPts val="0"/>
              </a:spcBef>
              <a:defRPr/>
            </a:lvl6pPr>
            <a:lvl7pPr rtl="0">
              <a:spcBef>
                <a:spcPts val="0"/>
              </a:spcBef>
              <a:defRPr/>
            </a:lvl7pPr>
            <a:lvl8pPr rtl="0">
              <a:spcBef>
                <a:spcPts val="0"/>
              </a:spcBef>
              <a:defRPr/>
            </a:lvl8pPr>
            <a:lvl9pPr rtl="0">
              <a:spcBef>
                <a:spcPts val="0"/>
              </a:spcBef>
              <a:defRPr/>
            </a:lvl9pPr>
          </a:lstStyle>
          <a:p>
            <a:r>
              <a:rPr lang="en-US"/>
              <a:t>Click to edit Master title style</a:t>
            </a:r>
            <a:endParaRPr/>
          </a:p>
        </p:txBody>
      </p:sp>
      <p:sp>
        <p:nvSpPr>
          <p:cNvPr id="66" name="Shape 66"/>
          <p:cNvSpPr>
            <a:spLocks noGrp="1"/>
          </p:cNvSpPr>
          <p:nvPr>
            <p:ph type="pic" idx="2"/>
          </p:nvPr>
        </p:nvSpPr>
        <p:spPr>
          <a:xfrm>
            <a:off x="8602982" y="2941317"/>
            <a:ext cx="26334720" cy="19751040"/>
          </a:xfrm>
          <a:prstGeom prst="rect">
            <a:avLst/>
          </a:prstGeom>
          <a:noFill/>
          <a:ln>
            <a:noFill/>
          </a:ln>
        </p:spPr>
      </p:sp>
      <p:sp>
        <p:nvSpPr>
          <p:cNvPr id="67" name="Shape 67"/>
          <p:cNvSpPr txBox="1">
            <a:spLocks noGrp="1"/>
          </p:cNvSpPr>
          <p:nvPr>
            <p:ph type="body" idx="1"/>
          </p:nvPr>
        </p:nvSpPr>
        <p:spPr>
          <a:xfrm>
            <a:off x="8602982" y="25763223"/>
            <a:ext cx="26334720" cy="3863335"/>
          </a:xfrm>
          <a:prstGeom prst="rect">
            <a:avLst/>
          </a:prstGeom>
          <a:noFill/>
          <a:ln>
            <a:noFill/>
          </a:ln>
        </p:spPr>
        <p:txBody>
          <a:bodyPr lIns="91425" tIns="91425" rIns="91425" bIns="91425" anchor="t" anchorCtr="0"/>
          <a:lstStyle>
            <a:lvl1pPr marL="0" indent="0" rtl="0">
              <a:spcBef>
                <a:spcPts val="0"/>
              </a:spcBef>
              <a:buFont typeface="Calibri"/>
              <a:buNone/>
              <a:defRPr/>
            </a:lvl1pPr>
            <a:lvl2pPr marL="2403546" indent="-3245" rtl="0">
              <a:spcBef>
                <a:spcPts val="0"/>
              </a:spcBef>
              <a:buFont typeface="Calibri"/>
              <a:buNone/>
              <a:defRPr/>
            </a:lvl2pPr>
            <a:lvl3pPr marL="4807092" indent="-6491" rtl="0">
              <a:spcBef>
                <a:spcPts val="0"/>
              </a:spcBef>
              <a:buFont typeface="Calibri"/>
              <a:buNone/>
              <a:defRPr/>
            </a:lvl3pPr>
            <a:lvl4pPr marL="7210638" indent="-9738" rtl="0">
              <a:spcBef>
                <a:spcPts val="0"/>
              </a:spcBef>
              <a:buFont typeface="Calibri"/>
              <a:buNone/>
              <a:defRPr/>
            </a:lvl4pPr>
            <a:lvl5pPr marL="9614184" indent="-283" rtl="0">
              <a:spcBef>
                <a:spcPts val="0"/>
              </a:spcBef>
              <a:buFont typeface="Calibri"/>
              <a:buNone/>
              <a:defRPr/>
            </a:lvl5pPr>
            <a:lvl6pPr marL="12017731" indent="-3530" rtl="0">
              <a:spcBef>
                <a:spcPts val="0"/>
              </a:spcBef>
              <a:buFont typeface="Calibri"/>
              <a:buNone/>
              <a:defRPr/>
            </a:lvl6pPr>
            <a:lvl7pPr marL="14421276" indent="-6776" rtl="0">
              <a:spcBef>
                <a:spcPts val="0"/>
              </a:spcBef>
              <a:buFont typeface="Calibri"/>
              <a:buNone/>
              <a:defRPr/>
            </a:lvl7pPr>
            <a:lvl8pPr marL="16824824" indent="-10024" rtl="0">
              <a:spcBef>
                <a:spcPts val="0"/>
              </a:spcBef>
              <a:buFont typeface="Calibri"/>
              <a:buNone/>
              <a:defRPr/>
            </a:lvl8pPr>
            <a:lvl9pPr marL="19228368" indent="-567" rtl="0">
              <a:spcBef>
                <a:spcPts val="0"/>
              </a:spcBef>
              <a:buFont typeface="Calibri"/>
              <a:buNone/>
              <a:defRPr/>
            </a:lvl9pPr>
          </a:lstStyle>
          <a:p>
            <a:pPr lvl="0"/>
            <a:r>
              <a:rPr lang="en-US"/>
              <a:t>Click to edit Master text styles</a:t>
            </a:r>
          </a:p>
        </p:txBody>
      </p:sp>
      <p:sp>
        <p:nvSpPr>
          <p:cNvPr id="68" name="Shape 68"/>
          <p:cNvSpPr txBox="1">
            <a:spLocks noGrp="1"/>
          </p:cNvSpPr>
          <p:nvPr>
            <p:ph type="dt" idx="10"/>
          </p:nvPr>
        </p:nvSpPr>
        <p:spPr>
          <a:xfrm>
            <a:off x="2194558" y="30510484"/>
            <a:ext cx="10241279" cy="1752600"/>
          </a:xfrm>
          <a:prstGeom prst="rect">
            <a:avLst/>
          </a:prstGeom>
          <a:noFill/>
          <a:ln>
            <a:noFill/>
          </a:ln>
        </p:spPr>
        <p:txBody>
          <a:bodyPr lIns="91425" tIns="91425" rIns="91425" bIns="91425" anchor="ctr" anchorCtr="0"/>
          <a:lstStyle>
            <a:lvl1pPr marL="0" marR="0" indent="0" algn="l" rtl="0">
              <a:lnSpc>
                <a:spcPct val="100000"/>
              </a:lnSpc>
              <a:spcBef>
                <a:spcPts val="0"/>
              </a:spcBef>
              <a:spcAft>
                <a:spcPts val="0"/>
              </a:spcAft>
              <a:buClr>
                <a:srgbClr val="000000"/>
              </a:buClr>
              <a:buFont typeface="Arial"/>
              <a:buNone/>
              <a:defRPr/>
            </a:lvl1pPr>
            <a:lvl2pPr marL="2403546" marR="0" indent="-3245" algn="l" rtl="0">
              <a:lnSpc>
                <a:spcPct val="100000"/>
              </a:lnSpc>
              <a:spcBef>
                <a:spcPts val="0"/>
              </a:spcBef>
              <a:spcAft>
                <a:spcPts val="0"/>
              </a:spcAft>
              <a:buClr>
                <a:srgbClr val="000000"/>
              </a:buClr>
              <a:buFont typeface="Arial"/>
              <a:buNone/>
              <a:defRPr/>
            </a:lvl2pPr>
            <a:lvl3pPr marL="4807092" marR="0" indent="-6491" algn="l" rtl="0">
              <a:lnSpc>
                <a:spcPct val="100000"/>
              </a:lnSpc>
              <a:spcBef>
                <a:spcPts val="0"/>
              </a:spcBef>
              <a:spcAft>
                <a:spcPts val="0"/>
              </a:spcAft>
              <a:buClr>
                <a:srgbClr val="000000"/>
              </a:buClr>
              <a:buFont typeface="Arial"/>
              <a:buNone/>
              <a:defRPr/>
            </a:lvl3pPr>
            <a:lvl4pPr marL="7210638" marR="0" indent="-9738" algn="l" rtl="0">
              <a:lnSpc>
                <a:spcPct val="100000"/>
              </a:lnSpc>
              <a:spcBef>
                <a:spcPts val="0"/>
              </a:spcBef>
              <a:spcAft>
                <a:spcPts val="0"/>
              </a:spcAft>
              <a:buClr>
                <a:srgbClr val="000000"/>
              </a:buClr>
              <a:buFont typeface="Arial"/>
              <a:buNone/>
              <a:defRPr/>
            </a:lvl4pPr>
            <a:lvl5pPr marL="9614184" marR="0" indent="-283" algn="l" rtl="0">
              <a:lnSpc>
                <a:spcPct val="100000"/>
              </a:lnSpc>
              <a:spcBef>
                <a:spcPts val="0"/>
              </a:spcBef>
              <a:spcAft>
                <a:spcPts val="0"/>
              </a:spcAft>
              <a:buClr>
                <a:srgbClr val="000000"/>
              </a:buClr>
              <a:buFont typeface="Arial"/>
              <a:buNone/>
              <a:defRPr/>
            </a:lvl5pPr>
            <a:lvl6pPr marL="12017731" marR="0" indent="-3530" algn="l" rtl="0">
              <a:lnSpc>
                <a:spcPct val="100000"/>
              </a:lnSpc>
              <a:spcBef>
                <a:spcPts val="0"/>
              </a:spcBef>
              <a:spcAft>
                <a:spcPts val="0"/>
              </a:spcAft>
              <a:buClr>
                <a:srgbClr val="000000"/>
              </a:buClr>
              <a:buFont typeface="Arial"/>
              <a:buNone/>
              <a:defRPr/>
            </a:lvl6pPr>
            <a:lvl7pPr marL="14421276" marR="0" indent="-6776" algn="l" rtl="0">
              <a:lnSpc>
                <a:spcPct val="100000"/>
              </a:lnSpc>
              <a:spcBef>
                <a:spcPts val="0"/>
              </a:spcBef>
              <a:spcAft>
                <a:spcPts val="0"/>
              </a:spcAft>
              <a:buClr>
                <a:srgbClr val="000000"/>
              </a:buClr>
              <a:buFont typeface="Arial"/>
              <a:buNone/>
              <a:defRPr/>
            </a:lvl7pPr>
            <a:lvl8pPr marL="16824824" marR="0" indent="-10024" algn="l" rtl="0">
              <a:lnSpc>
                <a:spcPct val="100000"/>
              </a:lnSpc>
              <a:spcBef>
                <a:spcPts val="0"/>
              </a:spcBef>
              <a:spcAft>
                <a:spcPts val="0"/>
              </a:spcAft>
              <a:buClr>
                <a:srgbClr val="000000"/>
              </a:buClr>
              <a:buFont typeface="Arial"/>
              <a:buNone/>
              <a:defRPr/>
            </a:lvl8pPr>
            <a:lvl9pPr marL="19228368" marR="0" indent="-567" algn="l" rtl="0">
              <a:lnSpc>
                <a:spcPct val="100000"/>
              </a:lnSpc>
              <a:spcBef>
                <a:spcPts val="0"/>
              </a:spcBef>
              <a:spcAft>
                <a:spcPts val="0"/>
              </a:spcAft>
              <a:buClr>
                <a:srgbClr val="000000"/>
              </a:buClr>
              <a:buFont typeface="Arial"/>
              <a:buNone/>
              <a:defRPr/>
            </a:lvl9pPr>
          </a:lstStyle>
          <a:p>
            <a:endParaRPr/>
          </a:p>
        </p:txBody>
      </p:sp>
      <p:sp>
        <p:nvSpPr>
          <p:cNvPr id="69" name="Shape 69"/>
          <p:cNvSpPr txBox="1">
            <a:spLocks noGrp="1"/>
          </p:cNvSpPr>
          <p:nvPr>
            <p:ph type="ftr" idx="11"/>
          </p:nvPr>
        </p:nvSpPr>
        <p:spPr>
          <a:xfrm>
            <a:off x="14996159" y="30510484"/>
            <a:ext cx="13898879" cy="1752600"/>
          </a:xfrm>
          <a:prstGeom prst="rect">
            <a:avLst/>
          </a:prstGeom>
          <a:noFill/>
          <a:ln>
            <a:noFill/>
          </a:ln>
        </p:spPr>
        <p:txBody>
          <a:bodyPr lIns="91425" tIns="91425" rIns="91425" bIns="91425" anchor="ctr" anchorCtr="0"/>
          <a:lstStyle>
            <a:lvl1pPr marL="0" marR="0" indent="0" algn="ctr" rtl="0">
              <a:lnSpc>
                <a:spcPct val="100000"/>
              </a:lnSpc>
              <a:spcBef>
                <a:spcPts val="0"/>
              </a:spcBef>
              <a:spcAft>
                <a:spcPts val="0"/>
              </a:spcAft>
              <a:buClr>
                <a:srgbClr val="000000"/>
              </a:buClr>
              <a:buFont typeface="Arial"/>
              <a:buNone/>
              <a:defRPr/>
            </a:lvl1pPr>
            <a:lvl2pPr marL="2403546" marR="0" indent="-3245" algn="l" rtl="0">
              <a:lnSpc>
                <a:spcPct val="100000"/>
              </a:lnSpc>
              <a:spcBef>
                <a:spcPts val="0"/>
              </a:spcBef>
              <a:spcAft>
                <a:spcPts val="0"/>
              </a:spcAft>
              <a:buClr>
                <a:srgbClr val="000000"/>
              </a:buClr>
              <a:buFont typeface="Arial"/>
              <a:buNone/>
              <a:defRPr/>
            </a:lvl2pPr>
            <a:lvl3pPr marL="4807092" marR="0" indent="-6491" algn="l" rtl="0">
              <a:lnSpc>
                <a:spcPct val="100000"/>
              </a:lnSpc>
              <a:spcBef>
                <a:spcPts val="0"/>
              </a:spcBef>
              <a:spcAft>
                <a:spcPts val="0"/>
              </a:spcAft>
              <a:buClr>
                <a:srgbClr val="000000"/>
              </a:buClr>
              <a:buFont typeface="Arial"/>
              <a:buNone/>
              <a:defRPr/>
            </a:lvl3pPr>
            <a:lvl4pPr marL="7210638" marR="0" indent="-9738" algn="l" rtl="0">
              <a:lnSpc>
                <a:spcPct val="100000"/>
              </a:lnSpc>
              <a:spcBef>
                <a:spcPts val="0"/>
              </a:spcBef>
              <a:spcAft>
                <a:spcPts val="0"/>
              </a:spcAft>
              <a:buClr>
                <a:srgbClr val="000000"/>
              </a:buClr>
              <a:buFont typeface="Arial"/>
              <a:buNone/>
              <a:defRPr/>
            </a:lvl4pPr>
            <a:lvl5pPr marL="9614184" marR="0" indent="-283" algn="l" rtl="0">
              <a:lnSpc>
                <a:spcPct val="100000"/>
              </a:lnSpc>
              <a:spcBef>
                <a:spcPts val="0"/>
              </a:spcBef>
              <a:spcAft>
                <a:spcPts val="0"/>
              </a:spcAft>
              <a:buClr>
                <a:srgbClr val="000000"/>
              </a:buClr>
              <a:buFont typeface="Arial"/>
              <a:buNone/>
              <a:defRPr/>
            </a:lvl5pPr>
            <a:lvl6pPr marL="12017731" marR="0" indent="-3530" algn="l" rtl="0">
              <a:lnSpc>
                <a:spcPct val="100000"/>
              </a:lnSpc>
              <a:spcBef>
                <a:spcPts val="0"/>
              </a:spcBef>
              <a:spcAft>
                <a:spcPts val="0"/>
              </a:spcAft>
              <a:buClr>
                <a:srgbClr val="000000"/>
              </a:buClr>
              <a:buFont typeface="Arial"/>
              <a:buNone/>
              <a:defRPr/>
            </a:lvl6pPr>
            <a:lvl7pPr marL="14421276" marR="0" indent="-6776" algn="l" rtl="0">
              <a:lnSpc>
                <a:spcPct val="100000"/>
              </a:lnSpc>
              <a:spcBef>
                <a:spcPts val="0"/>
              </a:spcBef>
              <a:spcAft>
                <a:spcPts val="0"/>
              </a:spcAft>
              <a:buClr>
                <a:srgbClr val="000000"/>
              </a:buClr>
              <a:buFont typeface="Arial"/>
              <a:buNone/>
              <a:defRPr/>
            </a:lvl7pPr>
            <a:lvl8pPr marL="16824824" marR="0" indent="-10024" algn="l" rtl="0">
              <a:lnSpc>
                <a:spcPct val="100000"/>
              </a:lnSpc>
              <a:spcBef>
                <a:spcPts val="0"/>
              </a:spcBef>
              <a:spcAft>
                <a:spcPts val="0"/>
              </a:spcAft>
              <a:buClr>
                <a:srgbClr val="000000"/>
              </a:buClr>
              <a:buFont typeface="Arial"/>
              <a:buNone/>
              <a:defRPr/>
            </a:lvl8pPr>
            <a:lvl9pPr marL="19228368" marR="0" indent="-567" algn="l" rtl="0">
              <a:lnSpc>
                <a:spcPct val="100000"/>
              </a:lnSpc>
              <a:spcBef>
                <a:spcPts val="0"/>
              </a:spcBef>
              <a:spcAft>
                <a:spcPts val="0"/>
              </a:spcAft>
              <a:buClr>
                <a:srgbClr val="000000"/>
              </a:buClr>
              <a:buFont typeface="Arial"/>
              <a:buNone/>
              <a:defRPr/>
            </a:lvl9pPr>
          </a:lstStyle>
          <a:p>
            <a:endParaRPr/>
          </a:p>
        </p:txBody>
      </p:sp>
      <p:sp>
        <p:nvSpPr>
          <p:cNvPr id="70" name="Shape 70"/>
          <p:cNvSpPr txBox="1">
            <a:spLocks noGrp="1"/>
          </p:cNvSpPr>
          <p:nvPr>
            <p:ph type="sldNum" idx="12"/>
          </p:nvPr>
        </p:nvSpPr>
        <p:spPr>
          <a:xfrm>
            <a:off x="31455359" y="30510484"/>
            <a:ext cx="10241279" cy="1752600"/>
          </a:xfrm>
          <a:prstGeom prst="rect">
            <a:avLst/>
          </a:prstGeom>
          <a:noFill/>
          <a:ln>
            <a:noFill/>
          </a:ln>
        </p:spPr>
        <p:txBody>
          <a:bodyPr lIns="91425" tIns="91425" rIns="91425" bIns="91425" anchor="ctr" anchorCtr="0">
            <a:noAutofit/>
          </a:bodyPr>
          <a:lstStyle/>
          <a:p>
            <a:pPr marL="0" lvl="0" indent="0">
              <a:spcBef>
                <a:spcPts val="0"/>
              </a:spcBef>
              <a:buClr>
                <a:srgbClr val="000000"/>
              </a:buClr>
              <a:buFont typeface="Arial"/>
              <a:buNone/>
            </a:pPr>
            <a:endParaRPr sz="1400" b="0" i="0" u="none" strike="noStrike" cap="none" baseline="0">
              <a:solidFill>
                <a:srgbClr val="000000"/>
              </a:solidFill>
              <a:latin typeface="Arial"/>
              <a:ea typeface="Arial"/>
              <a:cs typeface="Arial"/>
              <a:sym typeface="Arial"/>
              <a:rtl val="0"/>
            </a:endParaRPr>
          </a:p>
          <a:p>
            <a:pPr marL="0" lvl="1" indent="0">
              <a:spcBef>
                <a:spcPts val="0"/>
              </a:spcBef>
              <a:buClr>
                <a:srgbClr val="000000"/>
              </a:buClr>
              <a:buFont typeface="Arial"/>
              <a:buNone/>
            </a:pPr>
            <a:endParaRPr sz="1400" b="0" i="0" u="none" strike="noStrike" cap="none" baseline="0">
              <a:solidFill>
                <a:srgbClr val="000000"/>
              </a:solidFill>
              <a:latin typeface="Arial"/>
              <a:ea typeface="Arial"/>
              <a:cs typeface="Arial"/>
              <a:sym typeface="Arial"/>
              <a:rtl val="0"/>
            </a:endParaRPr>
          </a:p>
          <a:p>
            <a:pPr marL="0" lvl="2" indent="0">
              <a:spcBef>
                <a:spcPts val="0"/>
              </a:spcBef>
              <a:buClr>
                <a:srgbClr val="000000"/>
              </a:buClr>
              <a:buFont typeface="Arial"/>
              <a:buNone/>
            </a:pPr>
            <a:endParaRPr sz="1400" b="0" i="0" u="none" strike="noStrike" cap="none" baseline="0">
              <a:solidFill>
                <a:srgbClr val="000000"/>
              </a:solidFill>
              <a:latin typeface="Arial"/>
              <a:ea typeface="Arial"/>
              <a:cs typeface="Arial"/>
              <a:sym typeface="Arial"/>
              <a:rtl val="0"/>
            </a:endParaRPr>
          </a:p>
          <a:p>
            <a:pPr marL="0" lvl="3" indent="0">
              <a:spcBef>
                <a:spcPts val="0"/>
              </a:spcBef>
              <a:buClr>
                <a:srgbClr val="000000"/>
              </a:buClr>
              <a:buFont typeface="Arial"/>
              <a:buNone/>
            </a:pPr>
            <a:endParaRPr sz="1400" b="0" i="0" u="none" strike="noStrike" cap="none" baseline="0">
              <a:solidFill>
                <a:srgbClr val="000000"/>
              </a:solidFill>
              <a:latin typeface="Arial"/>
              <a:ea typeface="Arial"/>
              <a:cs typeface="Arial"/>
              <a:sym typeface="Arial"/>
              <a:rtl val="0"/>
            </a:endParaRPr>
          </a:p>
          <a:p>
            <a:pPr marL="0" lvl="4" indent="0">
              <a:spcBef>
                <a:spcPts val="0"/>
              </a:spcBef>
              <a:buClr>
                <a:srgbClr val="000000"/>
              </a:buClr>
              <a:buFont typeface="Arial"/>
              <a:buNone/>
            </a:pPr>
            <a:endParaRPr sz="1400" b="0" i="0" u="none" strike="noStrike" cap="none" baseline="0">
              <a:solidFill>
                <a:srgbClr val="000000"/>
              </a:solidFill>
              <a:latin typeface="Arial"/>
              <a:ea typeface="Arial"/>
              <a:cs typeface="Arial"/>
              <a:sym typeface="Arial"/>
              <a:rtl val="0"/>
            </a:endParaRPr>
          </a:p>
          <a:p>
            <a:pPr marL="0" lvl="5" indent="0">
              <a:spcBef>
                <a:spcPts val="0"/>
              </a:spcBef>
              <a:buClr>
                <a:srgbClr val="000000"/>
              </a:buClr>
              <a:buFont typeface="Arial"/>
              <a:buNone/>
            </a:pPr>
            <a:endParaRPr sz="1400" b="0" i="0" u="none" strike="noStrike" cap="none" baseline="0">
              <a:solidFill>
                <a:srgbClr val="000000"/>
              </a:solidFill>
              <a:latin typeface="Arial"/>
              <a:ea typeface="Arial"/>
              <a:cs typeface="Arial"/>
              <a:sym typeface="Arial"/>
              <a:rtl val="0"/>
            </a:endParaRPr>
          </a:p>
          <a:p>
            <a:pPr marL="0" lvl="6" indent="0">
              <a:spcBef>
                <a:spcPts val="0"/>
              </a:spcBef>
              <a:buClr>
                <a:srgbClr val="000000"/>
              </a:buClr>
              <a:buFont typeface="Arial"/>
              <a:buNone/>
            </a:pPr>
            <a:endParaRPr sz="1400" b="0" i="0" u="none" strike="noStrike" cap="none" baseline="0">
              <a:solidFill>
                <a:srgbClr val="000000"/>
              </a:solidFill>
              <a:latin typeface="Arial"/>
              <a:ea typeface="Arial"/>
              <a:cs typeface="Arial"/>
              <a:sym typeface="Arial"/>
              <a:rtl val="0"/>
            </a:endParaRPr>
          </a:p>
          <a:p>
            <a:pPr marL="0" lvl="7" indent="0">
              <a:spcBef>
                <a:spcPts val="0"/>
              </a:spcBef>
              <a:buClr>
                <a:srgbClr val="000000"/>
              </a:buClr>
              <a:buFont typeface="Arial"/>
              <a:buNone/>
            </a:pPr>
            <a:endParaRPr sz="1400" b="0" i="0" u="none" strike="noStrike" cap="none" baseline="0">
              <a:solidFill>
                <a:srgbClr val="000000"/>
              </a:solidFill>
              <a:latin typeface="Arial"/>
              <a:ea typeface="Arial"/>
              <a:cs typeface="Arial"/>
              <a:sym typeface="Arial"/>
              <a:rtl val="0"/>
            </a:endParaRPr>
          </a:p>
          <a:p>
            <a:pPr marL="0" lvl="8" indent="0">
              <a:spcBef>
                <a:spcPts val="0"/>
              </a:spcBef>
              <a:buClr>
                <a:srgbClr val="000000"/>
              </a:buClr>
              <a:buFont typeface="Arial"/>
              <a:buNone/>
            </a:pPr>
            <a:endParaRPr sz="1400" b="0" i="0" u="none" strike="noStrike" cap="none" baseline="0">
              <a:solidFill>
                <a:srgbClr val="000000"/>
              </a:solidFill>
              <a:latin typeface="Arial"/>
              <a:ea typeface="Arial"/>
              <a:cs typeface="Arial"/>
              <a:sym typeface="Arial"/>
              <a:rtl val="0"/>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vertTx">
  <p:cSld name="Title and Vertical Text">
    <p:spTree>
      <p:nvGrpSpPr>
        <p:cNvPr id="1" name="Shape 71"/>
        <p:cNvGrpSpPr/>
        <p:nvPr/>
      </p:nvGrpSpPr>
      <p:grpSpPr>
        <a:xfrm>
          <a:off x="0" y="0"/>
          <a:ext cx="0" cy="0"/>
          <a:chOff x="0" y="0"/>
          <a:chExt cx="0" cy="0"/>
        </a:xfrm>
      </p:grpSpPr>
      <p:sp>
        <p:nvSpPr>
          <p:cNvPr id="72" name="Shape 72"/>
          <p:cNvSpPr txBox="1">
            <a:spLocks noGrp="1"/>
          </p:cNvSpPr>
          <p:nvPr>
            <p:ph type="title"/>
          </p:nvPr>
        </p:nvSpPr>
        <p:spPr>
          <a:xfrm>
            <a:off x="2194558" y="1318262"/>
            <a:ext cx="39502080" cy="5486399"/>
          </a:xfrm>
          <a:prstGeom prst="rect">
            <a:avLst/>
          </a:prstGeom>
          <a:noFill/>
          <a:ln>
            <a:noFill/>
          </a:ln>
        </p:spPr>
        <p:txBody>
          <a:bodyPr lIns="91425" tIns="91425" rIns="91425" bIns="91425" anchor="ctr" anchorCtr="0"/>
          <a:lstStyle>
            <a:lvl1pPr algn="ctr" rtl="0">
              <a:spcBef>
                <a:spcPts val="0"/>
              </a:spcBef>
              <a:buClr>
                <a:schemeClr val="dk1"/>
              </a:buClr>
              <a:buFont typeface="Calibri"/>
              <a:buNone/>
              <a:defRPr/>
            </a:lvl1pPr>
            <a:lvl2pPr rtl="0">
              <a:spcBef>
                <a:spcPts val="0"/>
              </a:spcBef>
              <a:defRPr/>
            </a:lvl2pPr>
            <a:lvl3pPr rtl="0">
              <a:spcBef>
                <a:spcPts val="0"/>
              </a:spcBef>
              <a:defRPr/>
            </a:lvl3pPr>
            <a:lvl4pPr rtl="0">
              <a:spcBef>
                <a:spcPts val="0"/>
              </a:spcBef>
              <a:defRPr/>
            </a:lvl4pPr>
            <a:lvl5pPr rtl="0">
              <a:spcBef>
                <a:spcPts val="0"/>
              </a:spcBef>
              <a:defRPr/>
            </a:lvl5pPr>
            <a:lvl6pPr rtl="0">
              <a:spcBef>
                <a:spcPts val="0"/>
              </a:spcBef>
              <a:defRPr/>
            </a:lvl6pPr>
            <a:lvl7pPr rtl="0">
              <a:spcBef>
                <a:spcPts val="0"/>
              </a:spcBef>
              <a:defRPr/>
            </a:lvl7pPr>
            <a:lvl8pPr rtl="0">
              <a:spcBef>
                <a:spcPts val="0"/>
              </a:spcBef>
              <a:defRPr/>
            </a:lvl8pPr>
            <a:lvl9pPr rtl="0">
              <a:spcBef>
                <a:spcPts val="0"/>
              </a:spcBef>
              <a:defRPr/>
            </a:lvl9pPr>
          </a:lstStyle>
          <a:p>
            <a:r>
              <a:rPr lang="en-US"/>
              <a:t>Click to edit Master title style</a:t>
            </a:r>
            <a:endParaRPr/>
          </a:p>
        </p:txBody>
      </p:sp>
      <p:sp>
        <p:nvSpPr>
          <p:cNvPr id="73" name="Shape 73"/>
          <p:cNvSpPr txBox="1">
            <a:spLocks noGrp="1"/>
          </p:cNvSpPr>
          <p:nvPr>
            <p:ph type="body" idx="1"/>
          </p:nvPr>
        </p:nvSpPr>
        <p:spPr>
          <a:xfrm rot="5400000">
            <a:off x="11083289" y="-1207766"/>
            <a:ext cx="21724621" cy="39502080"/>
          </a:xfrm>
          <a:prstGeom prst="rect">
            <a:avLst/>
          </a:prstGeom>
          <a:noFill/>
          <a:ln>
            <a:noFill/>
          </a:ln>
        </p:spPr>
        <p:txBody>
          <a:bodyPr lIns="91425" tIns="91425" rIns="91425" bIns="91425" anchor="t" anchorCtr="0"/>
          <a:lstStyle>
            <a:lvl1pPr marL="1802659" indent="-558058" algn="l" rtl="0">
              <a:spcBef>
                <a:spcPts val="3360"/>
              </a:spcBef>
              <a:buClr>
                <a:schemeClr val="dk1"/>
              </a:buClr>
              <a:buFont typeface="Arial"/>
              <a:buChar char="•"/>
              <a:defRPr/>
            </a:lvl1pPr>
            <a:lvl2pPr marL="3905762" indent="-400561" algn="l" rtl="0">
              <a:spcBef>
                <a:spcPts val="2940"/>
              </a:spcBef>
              <a:buClr>
                <a:schemeClr val="dk1"/>
              </a:buClr>
              <a:buFont typeface="Arial"/>
              <a:buChar char="–"/>
              <a:defRPr/>
            </a:lvl2pPr>
            <a:lvl3pPr marL="6008865" indent="-230365" algn="l" rtl="0">
              <a:spcBef>
                <a:spcPts val="2520"/>
              </a:spcBef>
              <a:buClr>
                <a:schemeClr val="dk1"/>
              </a:buClr>
              <a:buFont typeface="Arial"/>
              <a:buChar char="•"/>
              <a:defRPr/>
            </a:lvl3pPr>
            <a:lvl4pPr marL="8412411" indent="-373311" algn="l" rtl="0">
              <a:spcBef>
                <a:spcPts val="2100"/>
              </a:spcBef>
              <a:buClr>
                <a:schemeClr val="dk1"/>
              </a:buClr>
              <a:buFont typeface="Arial"/>
              <a:buChar char="–"/>
              <a:defRPr/>
            </a:lvl4pPr>
            <a:lvl5pPr marL="10815958" indent="-363857" algn="l" rtl="0">
              <a:spcBef>
                <a:spcPts val="2100"/>
              </a:spcBef>
              <a:buClr>
                <a:schemeClr val="dk1"/>
              </a:buClr>
              <a:buFont typeface="Arial"/>
              <a:buChar char="»"/>
              <a:defRPr/>
            </a:lvl5pPr>
            <a:lvl6pPr marL="13219505" indent="-367104" algn="l" rtl="0">
              <a:spcBef>
                <a:spcPts val="2100"/>
              </a:spcBef>
              <a:buClr>
                <a:schemeClr val="dk1"/>
              </a:buClr>
              <a:buFont typeface="Arial"/>
              <a:buChar char="•"/>
              <a:defRPr/>
            </a:lvl6pPr>
            <a:lvl7pPr marL="15623049" indent="-370349" algn="l" rtl="0">
              <a:spcBef>
                <a:spcPts val="2100"/>
              </a:spcBef>
              <a:buClr>
                <a:schemeClr val="dk1"/>
              </a:buClr>
              <a:buFont typeface="Arial"/>
              <a:buChar char="•"/>
              <a:defRPr/>
            </a:lvl7pPr>
            <a:lvl8pPr marL="18026596" indent="-373595" algn="l" rtl="0">
              <a:spcBef>
                <a:spcPts val="2100"/>
              </a:spcBef>
              <a:buClr>
                <a:schemeClr val="dk1"/>
              </a:buClr>
              <a:buFont typeface="Arial"/>
              <a:buChar char="•"/>
              <a:defRPr/>
            </a:lvl8pPr>
            <a:lvl9pPr marL="20430142" indent="-364142" algn="l" rtl="0">
              <a:spcBef>
                <a:spcPts val="2100"/>
              </a:spcBef>
              <a:buClr>
                <a:schemeClr val="dk1"/>
              </a:buClr>
              <a:buFont typeface="Arial"/>
              <a:buChar char="•"/>
              <a:defRPr/>
            </a:lvl9pPr>
          </a:lstStyle>
          <a:p>
            <a:pPr lvl="0"/>
            <a:r>
              <a:rPr lang="en-US"/>
              <a:t>Click to edit Master text styles</a:t>
            </a:r>
          </a:p>
        </p:txBody>
      </p:sp>
      <p:sp>
        <p:nvSpPr>
          <p:cNvPr id="74" name="Shape 74"/>
          <p:cNvSpPr txBox="1">
            <a:spLocks noGrp="1"/>
          </p:cNvSpPr>
          <p:nvPr>
            <p:ph type="dt" idx="10"/>
          </p:nvPr>
        </p:nvSpPr>
        <p:spPr>
          <a:xfrm>
            <a:off x="2194558" y="30510484"/>
            <a:ext cx="10241279" cy="1752600"/>
          </a:xfrm>
          <a:prstGeom prst="rect">
            <a:avLst/>
          </a:prstGeom>
          <a:noFill/>
          <a:ln>
            <a:noFill/>
          </a:ln>
        </p:spPr>
        <p:txBody>
          <a:bodyPr lIns="91425" tIns="91425" rIns="91425" bIns="91425" anchor="ctr" anchorCtr="0"/>
          <a:lstStyle>
            <a:lvl1pPr marL="0" marR="0" indent="0" algn="l" rtl="0">
              <a:lnSpc>
                <a:spcPct val="100000"/>
              </a:lnSpc>
              <a:spcBef>
                <a:spcPts val="0"/>
              </a:spcBef>
              <a:spcAft>
                <a:spcPts val="0"/>
              </a:spcAft>
              <a:buClr>
                <a:srgbClr val="000000"/>
              </a:buClr>
              <a:buFont typeface="Arial"/>
              <a:buNone/>
              <a:defRPr/>
            </a:lvl1pPr>
            <a:lvl2pPr marL="2403546" marR="0" indent="-3245" algn="l" rtl="0">
              <a:lnSpc>
                <a:spcPct val="100000"/>
              </a:lnSpc>
              <a:spcBef>
                <a:spcPts val="0"/>
              </a:spcBef>
              <a:spcAft>
                <a:spcPts val="0"/>
              </a:spcAft>
              <a:buClr>
                <a:srgbClr val="000000"/>
              </a:buClr>
              <a:buFont typeface="Arial"/>
              <a:buNone/>
              <a:defRPr/>
            </a:lvl2pPr>
            <a:lvl3pPr marL="4807092" marR="0" indent="-6491" algn="l" rtl="0">
              <a:lnSpc>
                <a:spcPct val="100000"/>
              </a:lnSpc>
              <a:spcBef>
                <a:spcPts val="0"/>
              </a:spcBef>
              <a:spcAft>
                <a:spcPts val="0"/>
              </a:spcAft>
              <a:buClr>
                <a:srgbClr val="000000"/>
              </a:buClr>
              <a:buFont typeface="Arial"/>
              <a:buNone/>
              <a:defRPr/>
            </a:lvl3pPr>
            <a:lvl4pPr marL="7210638" marR="0" indent="-9738" algn="l" rtl="0">
              <a:lnSpc>
                <a:spcPct val="100000"/>
              </a:lnSpc>
              <a:spcBef>
                <a:spcPts val="0"/>
              </a:spcBef>
              <a:spcAft>
                <a:spcPts val="0"/>
              </a:spcAft>
              <a:buClr>
                <a:srgbClr val="000000"/>
              </a:buClr>
              <a:buFont typeface="Arial"/>
              <a:buNone/>
              <a:defRPr/>
            </a:lvl4pPr>
            <a:lvl5pPr marL="9614184" marR="0" indent="-283" algn="l" rtl="0">
              <a:lnSpc>
                <a:spcPct val="100000"/>
              </a:lnSpc>
              <a:spcBef>
                <a:spcPts val="0"/>
              </a:spcBef>
              <a:spcAft>
                <a:spcPts val="0"/>
              </a:spcAft>
              <a:buClr>
                <a:srgbClr val="000000"/>
              </a:buClr>
              <a:buFont typeface="Arial"/>
              <a:buNone/>
              <a:defRPr/>
            </a:lvl5pPr>
            <a:lvl6pPr marL="12017731" marR="0" indent="-3530" algn="l" rtl="0">
              <a:lnSpc>
                <a:spcPct val="100000"/>
              </a:lnSpc>
              <a:spcBef>
                <a:spcPts val="0"/>
              </a:spcBef>
              <a:spcAft>
                <a:spcPts val="0"/>
              </a:spcAft>
              <a:buClr>
                <a:srgbClr val="000000"/>
              </a:buClr>
              <a:buFont typeface="Arial"/>
              <a:buNone/>
              <a:defRPr/>
            </a:lvl6pPr>
            <a:lvl7pPr marL="14421276" marR="0" indent="-6776" algn="l" rtl="0">
              <a:lnSpc>
                <a:spcPct val="100000"/>
              </a:lnSpc>
              <a:spcBef>
                <a:spcPts val="0"/>
              </a:spcBef>
              <a:spcAft>
                <a:spcPts val="0"/>
              </a:spcAft>
              <a:buClr>
                <a:srgbClr val="000000"/>
              </a:buClr>
              <a:buFont typeface="Arial"/>
              <a:buNone/>
              <a:defRPr/>
            </a:lvl7pPr>
            <a:lvl8pPr marL="16824824" marR="0" indent="-10024" algn="l" rtl="0">
              <a:lnSpc>
                <a:spcPct val="100000"/>
              </a:lnSpc>
              <a:spcBef>
                <a:spcPts val="0"/>
              </a:spcBef>
              <a:spcAft>
                <a:spcPts val="0"/>
              </a:spcAft>
              <a:buClr>
                <a:srgbClr val="000000"/>
              </a:buClr>
              <a:buFont typeface="Arial"/>
              <a:buNone/>
              <a:defRPr/>
            </a:lvl8pPr>
            <a:lvl9pPr marL="19228368" marR="0" indent="-567" algn="l" rtl="0">
              <a:lnSpc>
                <a:spcPct val="100000"/>
              </a:lnSpc>
              <a:spcBef>
                <a:spcPts val="0"/>
              </a:spcBef>
              <a:spcAft>
                <a:spcPts val="0"/>
              </a:spcAft>
              <a:buClr>
                <a:srgbClr val="000000"/>
              </a:buClr>
              <a:buFont typeface="Arial"/>
              <a:buNone/>
              <a:defRPr/>
            </a:lvl9pPr>
          </a:lstStyle>
          <a:p>
            <a:endParaRPr/>
          </a:p>
        </p:txBody>
      </p:sp>
      <p:sp>
        <p:nvSpPr>
          <p:cNvPr id="75" name="Shape 75"/>
          <p:cNvSpPr txBox="1">
            <a:spLocks noGrp="1"/>
          </p:cNvSpPr>
          <p:nvPr>
            <p:ph type="ftr" idx="11"/>
          </p:nvPr>
        </p:nvSpPr>
        <p:spPr>
          <a:xfrm>
            <a:off x="14996159" y="30510484"/>
            <a:ext cx="13898879" cy="1752600"/>
          </a:xfrm>
          <a:prstGeom prst="rect">
            <a:avLst/>
          </a:prstGeom>
          <a:noFill/>
          <a:ln>
            <a:noFill/>
          </a:ln>
        </p:spPr>
        <p:txBody>
          <a:bodyPr lIns="91425" tIns="91425" rIns="91425" bIns="91425" anchor="ctr" anchorCtr="0"/>
          <a:lstStyle>
            <a:lvl1pPr marL="0" marR="0" indent="0" algn="ctr" rtl="0">
              <a:lnSpc>
                <a:spcPct val="100000"/>
              </a:lnSpc>
              <a:spcBef>
                <a:spcPts val="0"/>
              </a:spcBef>
              <a:spcAft>
                <a:spcPts val="0"/>
              </a:spcAft>
              <a:buClr>
                <a:srgbClr val="000000"/>
              </a:buClr>
              <a:buFont typeface="Arial"/>
              <a:buNone/>
              <a:defRPr/>
            </a:lvl1pPr>
            <a:lvl2pPr marL="2403546" marR="0" indent="-3245" algn="l" rtl="0">
              <a:lnSpc>
                <a:spcPct val="100000"/>
              </a:lnSpc>
              <a:spcBef>
                <a:spcPts val="0"/>
              </a:spcBef>
              <a:spcAft>
                <a:spcPts val="0"/>
              </a:spcAft>
              <a:buClr>
                <a:srgbClr val="000000"/>
              </a:buClr>
              <a:buFont typeface="Arial"/>
              <a:buNone/>
              <a:defRPr/>
            </a:lvl2pPr>
            <a:lvl3pPr marL="4807092" marR="0" indent="-6491" algn="l" rtl="0">
              <a:lnSpc>
                <a:spcPct val="100000"/>
              </a:lnSpc>
              <a:spcBef>
                <a:spcPts val="0"/>
              </a:spcBef>
              <a:spcAft>
                <a:spcPts val="0"/>
              </a:spcAft>
              <a:buClr>
                <a:srgbClr val="000000"/>
              </a:buClr>
              <a:buFont typeface="Arial"/>
              <a:buNone/>
              <a:defRPr/>
            </a:lvl3pPr>
            <a:lvl4pPr marL="7210638" marR="0" indent="-9738" algn="l" rtl="0">
              <a:lnSpc>
                <a:spcPct val="100000"/>
              </a:lnSpc>
              <a:spcBef>
                <a:spcPts val="0"/>
              </a:spcBef>
              <a:spcAft>
                <a:spcPts val="0"/>
              </a:spcAft>
              <a:buClr>
                <a:srgbClr val="000000"/>
              </a:buClr>
              <a:buFont typeface="Arial"/>
              <a:buNone/>
              <a:defRPr/>
            </a:lvl4pPr>
            <a:lvl5pPr marL="9614184" marR="0" indent="-283" algn="l" rtl="0">
              <a:lnSpc>
                <a:spcPct val="100000"/>
              </a:lnSpc>
              <a:spcBef>
                <a:spcPts val="0"/>
              </a:spcBef>
              <a:spcAft>
                <a:spcPts val="0"/>
              </a:spcAft>
              <a:buClr>
                <a:srgbClr val="000000"/>
              </a:buClr>
              <a:buFont typeface="Arial"/>
              <a:buNone/>
              <a:defRPr/>
            </a:lvl5pPr>
            <a:lvl6pPr marL="12017731" marR="0" indent="-3530" algn="l" rtl="0">
              <a:lnSpc>
                <a:spcPct val="100000"/>
              </a:lnSpc>
              <a:spcBef>
                <a:spcPts val="0"/>
              </a:spcBef>
              <a:spcAft>
                <a:spcPts val="0"/>
              </a:spcAft>
              <a:buClr>
                <a:srgbClr val="000000"/>
              </a:buClr>
              <a:buFont typeface="Arial"/>
              <a:buNone/>
              <a:defRPr/>
            </a:lvl6pPr>
            <a:lvl7pPr marL="14421276" marR="0" indent="-6776" algn="l" rtl="0">
              <a:lnSpc>
                <a:spcPct val="100000"/>
              </a:lnSpc>
              <a:spcBef>
                <a:spcPts val="0"/>
              </a:spcBef>
              <a:spcAft>
                <a:spcPts val="0"/>
              </a:spcAft>
              <a:buClr>
                <a:srgbClr val="000000"/>
              </a:buClr>
              <a:buFont typeface="Arial"/>
              <a:buNone/>
              <a:defRPr/>
            </a:lvl7pPr>
            <a:lvl8pPr marL="16824824" marR="0" indent="-10024" algn="l" rtl="0">
              <a:lnSpc>
                <a:spcPct val="100000"/>
              </a:lnSpc>
              <a:spcBef>
                <a:spcPts val="0"/>
              </a:spcBef>
              <a:spcAft>
                <a:spcPts val="0"/>
              </a:spcAft>
              <a:buClr>
                <a:srgbClr val="000000"/>
              </a:buClr>
              <a:buFont typeface="Arial"/>
              <a:buNone/>
              <a:defRPr/>
            </a:lvl8pPr>
            <a:lvl9pPr marL="19228368" marR="0" indent="-567" algn="l" rtl="0">
              <a:lnSpc>
                <a:spcPct val="100000"/>
              </a:lnSpc>
              <a:spcBef>
                <a:spcPts val="0"/>
              </a:spcBef>
              <a:spcAft>
                <a:spcPts val="0"/>
              </a:spcAft>
              <a:buClr>
                <a:srgbClr val="000000"/>
              </a:buClr>
              <a:buFont typeface="Arial"/>
              <a:buNone/>
              <a:defRPr/>
            </a:lvl9pPr>
          </a:lstStyle>
          <a:p>
            <a:endParaRPr/>
          </a:p>
        </p:txBody>
      </p:sp>
      <p:sp>
        <p:nvSpPr>
          <p:cNvPr id="76" name="Shape 76"/>
          <p:cNvSpPr txBox="1">
            <a:spLocks noGrp="1"/>
          </p:cNvSpPr>
          <p:nvPr>
            <p:ph type="sldNum" idx="12"/>
          </p:nvPr>
        </p:nvSpPr>
        <p:spPr>
          <a:xfrm>
            <a:off x="31455359" y="30510484"/>
            <a:ext cx="10241279" cy="1752600"/>
          </a:xfrm>
          <a:prstGeom prst="rect">
            <a:avLst/>
          </a:prstGeom>
          <a:noFill/>
          <a:ln>
            <a:noFill/>
          </a:ln>
        </p:spPr>
        <p:txBody>
          <a:bodyPr lIns="91425" tIns="91425" rIns="91425" bIns="91425" anchor="ctr" anchorCtr="0">
            <a:noAutofit/>
          </a:bodyPr>
          <a:lstStyle/>
          <a:p>
            <a:pPr marL="0" lvl="0" indent="0">
              <a:spcBef>
                <a:spcPts val="0"/>
              </a:spcBef>
              <a:buClr>
                <a:srgbClr val="000000"/>
              </a:buClr>
              <a:buFont typeface="Arial"/>
              <a:buNone/>
            </a:pPr>
            <a:endParaRPr sz="1400" b="0" i="0" u="none" strike="noStrike" cap="none" baseline="0">
              <a:solidFill>
                <a:srgbClr val="000000"/>
              </a:solidFill>
              <a:latin typeface="Arial"/>
              <a:ea typeface="Arial"/>
              <a:cs typeface="Arial"/>
              <a:sym typeface="Arial"/>
              <a:rtl val="0"/>
            </a:endParaRPr>
          </a:p>
          <a:p>
            <a:pPr marL="0" lvl="1" indent="0">
              <a:spcBef>
                <a:spcPts val="0"/>
              </a:spcBef>
              <a:buClr>
                <a:srgbClr val="000000"/>
              </a:buClr>
              <a:buFont typeface="Arial"/>
              <a:buNone/>
            </a:pPr>
            <a:endParaRPr sz="1400" b="0" i="0" u="none" strike="noStrike" cap="none" baseline="0">
              <a:solidFill>
                <a:srgbClr val="000000"/>
              </a:solidFill>
              <a:latin typeface="Arial"/>
              <a:ea typeface="Arial"/>
              <a:cs typeface="Arial"/>
              <a:sym typeface="Arial"/>
              <a:rtl val="0"/>
            </a:endParaRPr>
          </a:p>
          <a:p>
            <a:pPr marL="0" lvl="2" indent="0">
              <a:spcBef>
                <a:spcPts val="0"/>
              </a:spcBef>
              <a:buClr>
                <a:srgbClr val="000000"/>
              </a:buClr>
              <a:buFont typeface="Arial"/>
              <a:buNone/>
            </a:pPr>
            <a:endParaRPr sz="1400" b="0" i="0" u="none" strike="noStrike" cap="none" baseline="0">
              <a:solidFill>
                <a:srgbClr val="000000"/>
              </a:solidFill>
              <a:latin typeface="Arial"/>
              <a:ea typeface="Arial"/>
              <a:cs typeface="Arial"/>
              <a:sym typeface="Arial"/>
              <a:rtl val="0"/>
            </a:endParaRPr>
          </a:p>
          <a:p>
            <a:pPr marL="0" lvl="3" indent="0">
              <a:spcBef>
                <a:spcPts val="0"/>
              </a:spcBef>
              <a:buClr>
                <a:srgbClr val="000000"/>
              </a:buClr>
              <a:buFont typeface="Arial"/>
              <a:buNone/>
            </a:pPr>
            <a:endParaRPr sz="1400" b="0" i="0" u="none" strike="noStrike" cap="none" baseline="0">
              <a:solidFill>
                <a:srgbClr val="000000"/>
              </a:solidFill>
              <a:latin typeface="Arial"/>
              <a:ea typeface="Arial"/>
              <a:cs typeface="Arial"/>
              <a:sym typeface="Arial"/>
              <a:rtl val="0"/>
            </a:endParaRPr>
          </a:p>
          <a:p>
            <a:pPr marL="0" lvl="4" indent="0">
              <a:spcBef>
                <a:spcPts val="0"/>
              </a:spcBef>
              <a:buClr>
                <a:srgbClr val="000000"/>
              </a:buClr>
              <a:buFont typeface="Arial"/>
              <a:buNone/>
            </a:pPr>
            <a:endParaRPr sz="1400" b="0" i="0" u="none" strike="noStrike" cap="none" baseline="0">
              <a:solidFill>
                <a:srgbClr val="000000"/>
              </a:solidFill>
              <a:latin typeface="Arial"/>
              <a:ea typeface="Arial"/>
              <a:cs typeface="Arial"/>
              <a:sym typeface="Arial"/>
              <a:rtl val="0"/>
            </a:endParaRPr>
          </a:p>
          <a:p>
            <a:pPr marL="0" lvl="5" indent="0">
              <a:spcBef>
                <a:spcPts val="0"/>
              </a:spcBef>
              <a:buClr>
                <a:srgbClr val="000000"/>
              </a:buClr>
              <a:buFont typeface="Arial"/>
              <a:buNone/>
            </a:pPr>
            <a:endParaRPr sz="1400" b="0" i="0" u="none" strike="noStrike" cap="none" baseline="0">
              <a:solidFill>
                <a:srgbClr val="000000"/>
              </a:solidFill>
              <a:latin typeface="Arial"/>
              <a:ea typeface="Arial"/>
              <a:cs typeface="Arial"/>
              <a:sym typeface="Arial"/>
              <a:rtl val="0"/>
            </a:endParaRPr>
          </a:p>
          <a:p>
            <a:pPr marL="0" lvl="6" indent="0">
              <a:spcBef>
                <a:spcPts val="0"/>
              </a:spcBef>
              <a:buClr>
                <a:srgbClr val="000000"/>
              </a:buClr>
              <a:buFont typeface="Arial"/>
              <a:buNone/>
            </a:pPr>
            <a:endParaRPr sz="1400" b="0" i="0" u="none" strike="noStrike" cap="none" baseline="0">
              <a:solidFill>
                <a:srgbClr val="000000"/>
              </a:solidFill>
              <a:latin typeface="Arial"/>
              <a:ea typeface="Arial"/>
              <a:cs typeface="Arial"/>
              <a:sym typeface="Arial"/>
              <a:rtl val="0"/>
            </a:endParaRPr>
          </a:p>
          <a:p>
            <a:pPr marL="0" lvl="7" indent="0">
              <a:spcBef>
                <a:spcPts val="0"/>
              </a:spcBef>
              <a:buClr>
                <a:srgbClr val="000000"/>
              </a:buClr>
              <a:buFont typeface="Arial"/>
              <a:buNone/>
            </a:pPr>
            <a:endParaRPr sz="1400" b="0" i="0" u="none" strike="noStrike" cap="none" baseline="0">
              <a:solidFill>
                <a:srgbClr val="000000"/>
              </a:solidFill>
              <a:latin typeface="Arial"/>
              <a:ea typeface="Arial"/>
              <a:cs typeface="Arial"/>
              <a:sym typeface="Arial"/>
              <a:rtl val="0"/>
            </a:endParaRPr>
          </a:p>
          <a:p>
            <a:pPr marL="0" lvl="8" indent="0">
              <a:spcBef>
                <a:spcPts val="0"/>
              </a:spcBef>
              <a:buClr>
                <a:srgbClr val="000000"/>
              </a:buClr>
              <a:buFont typeface="Arial"/>
              <a:buNone/>
            </a:pPr>
            <a:endParaRPr sz="1400" b="0" i="0" u="none" strike="noStrike" cap="none" baseline="0">
              <a:solidFill>
                <a:srgbClr val="000000"/>
              </a:solidFill>
              <a:latin typeface="Arial"/>
              <a:ea typeface="Arial"/>
              <a:cs typeface="Arial"/>
              <a:sym typeface="Arial"/>
              <a:rtl val="0"/>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vertTitleAndTx">
  <p:cSld name="Vertical Title and Text">
    <p:spTree>
      <p:nvGrpSpPr>
        <p:cNvPr id="1" name="Shape 77"/>
        <p:cNvGrpSpPr/>
        <p:nvPr/>
      </p:nvGrpSpPr>
      <p:grpSpPr>
        <a:xfrm>
          <a:off x="0" y="0"/>
          <a:ext cx="0" cy="0"/>
          <a:chOff x="0" y="0"/>
          <a:chExt cx="0" cy="0"/>
        </a:xfrm>
      </p:grpSpPr>
      <p:sp>
        <p:nvSpPr>
          <p:cNvPr id="78" name="Shape 78"/>
          <p:cNvSpPr txBox="1">
            <a:spLocks noGrp="1"/>
          </p:cNvSpPr>
          <p:nvPr>
            <p:ph type="title"/>
          </p:nvPr>
        </p:nvSpPr>
        <p:spPr>
          <a:xfrm rot="5400000">
            <a:off x="22715220" y="10424165"/>
            <a:ext cx="28087320" cy="9875520"/>
          </a:xfrm>
          <a:prstGeom prst="rect">
            <a:avLst/>
          </a:prstGeom>
          <a:noFill/>
          <a:ln>
            <a:noFill/>
          </a:ln>
        </p:spPr>
        <p:txBody>
          <a:bodyPr lIns="91425" tIns="91425" rIns="91425" bIns="91425" anchor="ctr" anchorCtr="0"/>
          <a:lstStyle>
            <a:lvl1pPr algn="ctr" rtl="0">
              <a:spcBef>
                <a:spcPts val="0"/>
              </a:spcBef>
              <a:buClr>
                <a:schemeClr val="dk1"/>
              </a:buClr>
              <a:buFont typeface="Calibri"/>
              <a:buNone/>
              <a:defRPr/>
            </a:lvl1pPr>
            <a:lvl2pPr rtl="0">
              <a:spcBef>
                <a:spcPts val="0"/>
              </a:spcBef>
              <a:defRPr/>
            </a:lvl2pPr>
            <a:lvl3pPr rtl="0">
              <a:spcBef>
                <a:spcPts val="0"/>
              </a:spcBef>
              <a:defRPr/>
            </a:lvl3pPr>
            <a:lvl4pPr rtl="0">
              <a:spcBef>
                <a:spcPts val="0"/>
              </a:spcBef>
              <a:defRPr/>
            </a:lvl4pPr>
            <a:lvl5pPr rtl="0">
              <a:spcBef>
                <a:spcPts val="0"/>
              </a:spcBef>
              <a:defRPr/>
            </a:lvl5pPr>
            <a:lvl6pPr rtl="0">
              <a:spcBef>
                <a:spcPts val="0"/>
              </a:spcBef>
              <a:defRPr/>
            </a:lvl6pPr>
            <a:lvl7pPr rtl="0">
              <a:spcBef>
                <a:spcPts val="0"/>
              </a:spcBef>
              <a:defRPr/>
            </a:lvl7pPr>
            <a:lvl8pPr rtl="0">
              <a:spcBef>
                <a:spcPts val="0"/>
              </a:spcBef>
              <a:defRPr/>
            </a:lvl8pPr>
            <a:lvl9pPr rtl="0">
              <a:spcBef>
                <a:spcPts val="0"/>
              </a:spcBef>
              <a:defRPr/>
            </a:lvl9pPr>
          </a:lstStyle>
          <a:p>
            <a:r>
              <a:rPr lang="en-US"/>
              <a:t>Click to edit Master title style</a:t>
            </a:r>
            <a:endParaRPr/>
          </a:p>
        </p:txBody>
      </p:sp>
      <p:sp>
        <p:nvSpPr>
          <p:cNvPr id="79" name="Shape 79"/>
          <p:cNvSpPr txBox="1">
            <a:spLocks noGrp="1"/>
          </p:cNvSpPr>
          <p:nvPr>
            <p:ph type="body" idx="1"/>
          </p:nvPr>
        </p:nvSpPr>
        <p:spPr>
          <a:xfrm rot="5400000">
            <a:off x="2598420" y="914403"/>
            <a:ext cx="28087320" cy="28895038"/>
          </a:xfrm>
          <a:prstGeom prst="rect">
            <a:avLst/>
          </a:prstGeom>
          <a:noFill/>
          <a:ln>
            <a:noFill/>
          </a:ln>
        </p:spPr>
        <p:txBody>
          <a:bodyPr lIns="91425" tIns="91425" rIns="91425" bIns="91425" anchor="t" anchorCtr="0"/>
          <a:lstStyle>
            <a:lvl1pPr marL="1802659" indent="-558058" algn="l" rtl="0">
              <a:spcBef>
                <a:spcPts val="3360"/>
              </a:spcBef>
              <a:buClr>
                <a:schemeClr val="dk1"/>
              </a:buClr>
              <a:buFont typeface="Arial"/>
              <a:buChar char="•"/>
              <a:defRPr/>
            </a:lvl1pPr>
            <a:lvl2pPr marL="3905762" indent="-400561" algn="l" rtl="0">
              <a:spcBef>
                <a:spcPts val="2940"/>
              </a:spcBef>
              <a:buClr>
                <a:schemeClr val="dk1"/>
              </a:buClr>
              <a:buFont typeface="Arial"/>
              <a:buChar char="–"/>
              <a:defRPr/>
            </a:lvl2pPr>
            <a:lvl3pPr marL="6008865" indent="-230365" algn="l" rtl="0">
              <a:spcBef>
                <a:spcPts val="2520"/>
              </a:spcBef>
              <a:buClr>
                <a:schemeClr val="dk1"/>
              </a:buClr>
              <a:buFont typeface="Arial"/>
              <a:buChar char="•"/>
              <a:defRPr/>
            </a:lvl3pPr>
            <a:lvl4pPr marL="8412411" indent="-373311" algn="l" rtl="0">
              <a:spcBef>
                <a:spcPts val="2100"/>
              </a:spcBef>
              <a:buClr>
                <a:schemeClr val="dk1"/>
              </a:buClr>
              <a:buFont typeface="Arial"/>
              <a:buChar char="–"/>
              <a:defRPr/>
            </a:lvl4pPr>
            <a:lvl5pPr marL="10815958" indent="-363857" algn="l" rtl="0">
              <a:spcBef>
                <a:spcPts val="2100"/>
              </a:spcBef>
              <a:buClr>
                <a:schemeClr val="dk1"/>
              </a:buClr>
              <a:buFont typeface="Arial"/>
              <a:buChar char="»"/>
              <a:defRPr/>
            </a:lvl5pPr>
            <a:lvl6pPr marL="13219505" indent="-367104" algn="l" rtl="0">
              <a:spcBef>
                <a:spcPts val="2100"/>
              </a:spcBef>
              <a:buClr>
                <a:schemeClr val="dk1"/>
              </a:buClr>
              <a:buFont typeface="Arial"/>
              <a:buChar char="•"/>
              <a:defRPr/>
            </a:lvl6pPr>
            <a:lvl7pPr marL="15623049" indent="-370349" algn="l" rtl="0">
              <a:spcBef>
                <a:spcPts val="2100"/>
              </a:spcBef>
              <a:buClr>
                <a:schemeClr val="dk1"/>
              </a:buClr>
              <a:buFont typeface="Arial"/>
              <a:buChar char="•"/>
              <a:defRPr/>
            </a:lvl7pPr>
            <a:lvl8pPr marL="18026596" indent="-373595" algn="l" rtl="0">
              <a:spcBef>
                <a:spcPts val="2100"/>
              </a:spcBef>
              <a:buClr>
                <a:schemeClr val="dk1"/>
              </a:buClr>
              <a:buFont typeface="Arial"/>
              <a:buChar char="•"/>
              <a:defRPr/>
            </a:lvl8pPr>
            <a:lvl9pPr marL="20430142" indent="-364142" algn="l" rtl="0">
              <a:spcBef>
                <a:spcPts val="2100"/>
              </a:spcBef>
              <a:buClr>
                <a:schemeClr val="dk1"/>
              </a:buClr>
              <a:buFont typeface="Arial"/>
              <a:buChar char="•"/>
              <a:defRPr/>
            </a:lvl9pPr>
          </a:lstStyle>
          <a:p>
            <a:pPr lvl="0"/>
            <a:r>
              <a:rPr lang="en-US"/>
              <a:t>Click to edit Master text styles</a:t>
            </a:r>
          </a:p>
        </p:txBody>
      </p:sp>
      <p:sp>
        <p:nvSpPr>
          <p:cNvPr id="80" name="Shape 80"/>
          <p:cNvSpPr txBox="1">
            <a:spLocks noGrp="1"/>
          </p:cNvSpPr>
          <p:nvPr>
            <p:ph type="dt" idx="10"/>
          </p:nvPr>
        </p:nvSpPr>
        <p:spPr>
          <a:xfrm>
            <a:off x="2194558" y="30510484"/>
            <a:ext cx="10241279" cy="1752600"/>
          </a:xfrm>
          <a:prstGeom prst="rect">
            <a:avLst/>
          </a:prstGeom>
          <a:noFill/>
          <a:ln>
            <a:noFill/>
          </a:ln>
        </p:spPr>
        <p:txBody>
          <a:bodyPr lIns="91425" tIns="91425" rIns="91425" bIns="91425" anchor="ctr" anchorCtr="0"/>
          <a:lstStyle>
            <a:lvl1pPr marL="0" marR="0" indent="0" algn="l" rtl="0">
              <a:lnSpc>
                <a:spcPct val="100000"/>
              </a:lnSpc>
              <a:spcBef>
                <a:spcPts val="0"/>
              </a:spcBef>
              <a:spcAft>
                <a:spcPts val="0"/>
              </a:spcAft>
              <a:buClr>
                <a:srgbClr val="000000"/>
              </a:buClr>
              <a:buFont typeface="Arial"/>
              <a:buNone/>
              <a:defRPr/>
            </a:lvl1pPr>
            <a:lvl2pPr marL="2403546" marR="0" indent="-3245" algn="l" rtl="0">
              <a:lnSpc>
                <a:spcPct val="100000"/>
              </a:lnSpc>
              <a:spcBef>
                <a:spcPts val="0"/>
              </a:spcBef>
              <a:spcAft>
                <a:spcPts val="0"/>
              </a:spcAft>
              <a:buClr>
                <a:srgbClr val="000000"/>
              </a:buClr>
              <a:buFont typeface="Arial"/>
              <a:buNone/>
              <a:defRPr/>
            </a:lvl2pPr>
            <a:lvl3pPr marL="4807092" marR="0" indent="-6491" algn="l" rtl="0">
              <a:lnSpc>
                <a:spcPct val="100000"/>
              </a:lnSpc>
              <a:spcBef>
                <a:spcPts val="0"/>
              </a:spcBef>
              <a:spcAft>
                <a:spcPts val="0"/>
              </a:spcAft>
              <a:buClr>
                <a:srgbClr val="000000"/>
              </a:buClr>
              <a:buFont typeface="Arial"/>
              <a:buNone/>
              <a:defRPr/>
            </a:lvl3pPr>
            <a:lvl4pPr marL="7210638" marR="0" indent="-9738" algn="l" rtl="0">
              <a:lnSpc>
                <a:spcPct val="100000"/>
              </a:lnSpc>
              <a:spcBef>
                <a:spcPts val="0"/>
              </a:spcBef>
              <a:spcAft>
                <a:spcPts val="0"/>
              </a:spcAft>
              <a:buClr>
                <a:srgbClr val="000000"/>
              </a:buClr>
              <a:buFont typeface="Arial"/>
              <a:buNone/>
              <a:defRPr/>
            </a:lvl4pPr>
            <a:lvl5pPr marL="9614184" marR="0" indent="-283" algn="l" rtl="0">
              <a:lnSpc>
                <a:spcPct val="100000"/>
              </a:lnSpc>
              <a:spcBef>
                <a:spcPts val="0"/>
              </a:spcBef>
              <a:spcAft>
                <a:spcPts val="0"/>
              </a:spcAft>
              <a:buClr>
                <a:srgbClr val="000000"/>
              </a:buClr>
              <a:buFont typeface="Arial"/>
              <a:buNone/>
              <a:defRPr/>
            </a:lvl5pPr>
            <a:lvl6pPr marL="12017731" marR="0" indent="-3530" algn="l" rtl="0">
              <a:lnSpc>
                <a:spcPct val="100000"/>
              </a:lnSpc>
              <a:spcBef>
                <a:spcPts val="0"/>
              </a:spcBef>
              <a:spcAft>
                <a:spcPts val="0"/>
              </a:spcAft>
              <a:buClr>
                <a:srgbClr val="000000"/>
              </a:buClr>
              <a:buFont typeface="Arial"/>
              <a:buNone/>
              <a:defRPr/>
            </a:lvl6pPr>
            <a:lvl7pPr marL="14421276" marR="0" indent="-6776" algn="l" rtl="0">
              <a:lnSpc>
                <a:spcPct val="100000"/>
              </a:lnSpc>
              <a:spcBef>
                <a:spcPts val="0"/>
              </a:spcBef>
              <a:spcAft>
                <a:spcPts val="0"/>
              </a:spcAft>
              <a:buClr>
                <a:srgbClr val="000000"/>
              </a:buClr>
              <a:buFont typeface="Arial"/>
              <a:buNone/>
              <a:defRPr/>
            </a:lvl7pPr>
            <a:lvl8pPr marL="16824824" marR="0" indent="-10024" algn="l" rtl="0">
              <a:lnSpc>
                <a:spcPct val="100000"/>
              </a:lnSpc>
              <a:spcBef>
                <a:spcPts val="0"/>
              </a:spcBef>
              <a:spcAft>
                <a:spcPts val="0"/>
              </a:spcAft>
              <a:buClr>
                <a:srgbClr val="000000"/>
              </a:buClr>
              <a:buFont typeface="Arial"/>
              <a:buNone/>
              <a:defRPr/>
            </a:lvl8pPr>
            <a:lvl9pPr marL="19228368" marR="0" indent="-567" algn="l" rtl="0">
              <a:lnSpc>
                <a:spcPct val="100000"/>
              </a:lnSpc>
              <a:spcBef>
                <a:spcPts val="0"/>
              </a:spcBef>
              <a:spcAft>
                <a:spcPts val="0"/>
              </a:spcAft>
              <a:buClr>
                <a:srgbClr val="000000"/>
              </a:buClr>
              <a:buFont typeface="Arial"/>
              <a:buNone/>
              <a:defRPr/>
            </a:lvl9pPr>
          </a:lstStyle>
          <a:p>
            <a:endParaRPr/>
          </a:p>
        </p:txBody>
      </p:sp>
      <p:sp>
        <p:nvSpPr>
          <p:cNvPr id="81" name="Shape 81"/>
          <p:cNvSpPr txBox="1">
            <a:spLocks noGrp="1"/>
          </p:cNvSpPr>
          <p:nvPr>
            <p:ph type="ftr" idx="11"/>
          </p:nvPr>
        </p:nvSpPr>
        <p:spPr>
          <a:xfrm>
            <a:off x="14996159" y="30510484"/>
            <a:ext cx="13898879" cy="1752600"/>
          </a:xfrm>
          <a:prstGeom prst="rect">
            <a:avLst/>
          </a:prstGeom>
          <a:noFill/>
          <a:ln>
            <a:noFill/>
          </a:ln>
        </p:spPr>
        <p:txBody>
          <a:bodyPr lIns="91425" tIns="91425" rIns="91425" bIns="91425" anchor="ctr" anchorCtr="0"/>
          <a:lstStyle>
            <a:lvl1pPr marL="0" marR="0" indent="0" algn="ctr" rtl="0">
              <a:lnSpc>
                <a:spcPct val="100000"/>
              </a:lnSpc>
              <a:spcBef>
                <a:spcPts val="0"/>
              </a:spcBef>
              <a:spcAft>
                <a:spcPts val="0"/>
              </a:spcAft>
              <a:buClr>
                <a:srgbClr val="000000"/>
              </a:buClr>
              <a:buFont typeface="Arial"/>
              <a:buNone/>
              <a:defRPr/>
            </a:lvl1pPr>
            <a:lvl2pPr marL="2403546" marR="0" indent="-3245" algn="l" rtl="0">
              <a:lnSpc>
                <a:spcPct val="100000"/>
              </a:lnSpc>
              <a:spcBef>
                <a:spcPts val="0"/>
              </a:spcBef>
              <a:spcAft>
                <a:spcPts val="0"/>
              </a:spcAft>
              <a:buClr>
                <a:srgbClr val="000000"/>
              </a:buClr>
              <a:buFont typeface="Arial"/>
              <a:buNone/>
              <a:defRPr/>
            </a:lvl2pPr>
            <a:lvl3pPr marL="4807092" marR="0" indent="-6491" algn="l" rtl="0">
              <a:lnSpc>
                <a:spcPct val="100000"/>
              </a:lnSpc>
              <a:spcBef>
                <a:spcPts val="0"/>
              </a:spcBef>
              <a:spcAft>
                <a:spcPts val="0"/>
              </a:spcAft>
              <a:buClr>
                <a:srgbClr val="000000"/>
              </a:buClr>
              <a:buFont typeface="Arial"/>
              <a:buNone/>
              <a:defRPr/>
            </a:lvl3pPr>
            <a:lvl4pPr marL="7210638" marR="0" indent="-9738" algn="l" rtl="0">
              <a:lnSpc>
                <a:spcPct val="100000"/>
              </a:lnSpc>
              <a:spcBef>
                <a:spcPts val="0"/>
              </a:spcBef>
              <a:spcAft>
                <a:spcPts val="0"/>
              </a:spcAft>
              <a:buClr>
                <a:srgbClr val="000000"/>
              </a:buClr>
              <a:buFont typeface="Arial"/>
              <a:buNone/>
              <a:defRPr/>
            </a:lvl4pPr>
            <a:lvl5pPr marL="9614184" marR="0" indent="-283" algn="l" rtl="0">
              <a:lnSpc>
                <a:spcPct val="100000"/>
              </a:lnSpc>
              <a:spcBef>
                <a:spcPts val="0"/>
              </a:spcBef>
              <a:spcAft>
                <a:spcPts val="0"/>
              </a:spcAft>
              <a:buClr>
                <a:srgbClr val="000000"/>
              </a:buClr>
              <a:buFont typeface="Arial"/>
              <a:buNone/>
              <a:defRPr/>
            </a:lvl5pPr>
            <a:lvl6pPr marL="12017731" marR="0" indent="-3530" algn="l" rtl="0">
              <a:lnSpc>
                <a:spcPct val="100000"/>
              </a:lnSpc>
              <a:spcBef>
                <a:spcPts val="0"/>
              </a:spcBef>
              <a:spcAft>
                <a:spcPts val="0"/>
              </a:spcAft>
              <a:buClr>
                <a:srgbClr val="000000"/>
              </a:buClr>
              <a:buFont typeface="Arial"/>
              <a:buNone/>
              <a:defRPr/>
            </a:lvl6pPr>
            <a:lvl7pPr marL="14421276" marR="0" indent="-6776" algn="l" rtl="0">
              <a:lnSpc>
                <a:spcPct val="100000"/>
              </a:lnSpc>
              <a:spcBef>
                <a:spcPts val="0"/>
              </a:spcBef>
              <a:spcAft>
                <a:spcPts val="0"/>
              </a:spcAft>
              <a:buClr>
                <a:srgbClr val="000000"/>
              </a:buClr>
              <a:buFont typeface="Arial"/>
              <a:buNone/>
              <a:defRPr/>
            </a:lvl7pPr>
            <a:lvl8pPr marL="16824824" marR="0" indent="-10024" algn="l" rtl="0">
              <a:lnSpc>
                <a:spcPct val="100000"/>
              </a:lnSpc>
              <a:spcBef>
                <a:spcPts val="0"/>
              </a:spcBef>
              <a:spcAft>
                <a:spcPts val="0"/>
              </a:spcAft>
              <a:buClr>
                <a:srgbClr val="000000"/>
              </a:buClr>
              <a:buFont typeface="Arial"/>
              <a:buNone/>
              <a:defRPr/>
            </a:lvl8pPr>
            <a:lvl9pPr marL="19228368" marR="0" indent="-567" algn="l" rtl="0">
              <a:lnSpc>
                <a:spcPct val="100000"/>
              </a:lnSpc>
              <a:spcBef>
                <a:spcPts val="0"/>
              </a:spcBef>
              <a:spcAft>
                <a:spcPts val="0"/>
              </a:spcAft>
              <a:buClr>
                <a:srgbClr val="000000"/>
              </a:buClr>
              <a:buFont typeface="Arial"/>
              <a:buNone/>
              <a:defRPr/>
            </a:lvl9pPr>
          </a:lstStyle>
          <a:p>
            <a:endParaRPr/>
          </a:p>
        </p:txBody>
      </p:sp>
      <p:sp>
        <p:nvSpPr>
          <p:cNvPr id="82" name="Shape 82"/>
          <p:cNvSpPr txBox="1">
            <a:spLocks noGrp="1"/>
          </p:cNvSpPr>
          <p:nvPr>
            <p:ph type="sldNum" idx="12"/>
          </p:nvPr>
        </p:nvSpPr>
        <p:spPr>
          <a:xfrm>
            <a:off x="31455359" y="30510484"/>
            <a:ext cx="10241279" cy="1752600"/>
          </a:xfrm>
          <a:prstGeom prst="rect">
            <a:avLst/>
          </a:prstGeom>
          <a:noFill/>
          <a:ln>
            <a:noFill/>
          </a:ln>
        </p:spPr>
        <p:txBody>
          <a:bodyPr lIns="91425" tIns="91425" rIns="91425" bIns="91425" anchor="ctr" anchorCtr="0">
            <a:noAutofit/>
          </a:bodyPr>
          <a:lstStyle/>
          <a:p>
            <a:pPr marL="0" lvl="0" indent="0">
              <a:spcBef>
                <a:spcPts val="0"/>
              </a:spcBef>
              <a:buClr>
                <a:srgbClr val="000000"/>
              </a:buClr>
              <a:buFont typeface="Arial"/>
              <a:buNone/>
            </a:pPr>
            <a:endParaRPr sz="1400" b="0" i="0" u="none" strike="noStrike" cap="none" baseline="0">
              <a:solidFill>
                <a:srgbClr val="000000"/>
              </a:solidFill>
              <a:latin typeface="Arial"/>
              <a:ea typeface="Arial"/>
              <a:cs typeface="Arial"/>
              <a:sym typeface="Arial"/>
              <a:rtl val="0"/>
            </a:endParaRPr>
          </a:p>
          <a:p>
            <a:pPr marL="0" lvl="1" indent="0">
              <a:spcBef>
                <a:spcPts val="0"/>
              </a:spcBef>
              <a:buClr>
                <a:srgbClr val="000000"/>
              </a:buClr>
              <a:buFont typeface="Arial"/>
              <a:buNone/>
            </a:pPr>
            <a:endParaRPr sz="1400" b="0" i="0" u="none" strike="noStrike" cap="none" baseline="0">
              <a:solidFill>
                <a:srgbClr val="000000"/>
              </a:solidFill>
              <a:latin typeface="Arial"/>
              <a:ea typeface="Arial"/>
              <a:cs typeface="Arial"/>
              <a:sym typeface="Arial"/>
              <a:rtl val="0"/>
            </a:endParaRPr>
          </a:p>
          <a:p>
            <a:pPr marL="0" lvl="2" indent="0">
              <a:spcBef>
                <a:spcPts val="0"/>
              </a:spcBef>
              <a:buClr>
                <a:srgbClr val="000000"/>
              </a:buClr>
              <a:buFont typeface="Arial"/>
              <a:buNone/>
            </a:pPr>
            <a:endParaRPr sz="1400" b="0" i="0" u="none" strike="noStrike" cap="none" baseline="0">
              <a:solidFill>
                <a:srgbClr val="000000"/>
              </a:solidFill>
              <a:latin typeface="Arial"/>
              <a:ea typeface="Arial"/>
              <a:cs typeface="Arial"/>
              <a:sym typeface="Arial"/>
              <a:rtl val="0"/>
            </a:endParaRPr>
          </a:p>
          <a:p>
            <a:pPr marL="0" lvl="3" indent="0">
              <a:spcBef>
                <a:spcPts val="0"/>
              </a:spcBef>
              <a:buClr>
                <a:srgbClr val="000000"/>
              </a:buClr>
              <a:buFont typeface="Arial"/>
              <a:buNone/>
            </a:pPr>
            <a:endParaRPr sz="1400" b="0" i="0" u="none" strike="noStrike" cap="none" baseline="0">
              <a:solidFill>
                <a:srgbClr val="000000"/>
              </a:solidFill>
              <a:latin typeface="Arial"/>
              <a:ea typeface="Arial"/>
              <a:cs typeface="Arial"/>
              <a:sym typeface="Arial"/>
              <a:rtl val="0"/>
            </a:endParaRPr>
          </a:p>
          <a:p>
            <a:pPr marL="0" lvl="4" indent="0">
              <a:spcBef>
                <a:spcPts val="0"/>
              </a:spcBef>
              <a:buClr>
                <a:srgbClr val="000000"/>
              </a:buClr>
              <a:buFont typeface="Arial"/>
              <a:buNone/>
            </a:pPr>
            <a:endParaRPr sz="1400" b="0" i="0" u="none" strike="noStrike" cap="none" baseline="0">
              <a:solidFill>
                <a:srgbClr val="000000"/>
              </a:solidFill>
              <a:latin typeface="Arial"/>
              <a:ea typeface="Arial"/>
              <a:cs typeface="Arial"/>
              <a:sym typeface="Arial"/>
              <a:rtl val="0"/>
            </a:endParaRPr>
          </a:p>
          <a:p>
            <a:pPr marL="0" lvl="5" indent="0">
              <a:spcBef>
                <a:spcPts val="0"/>
              </a:spcBef>
              <a:buClr>
                <a:srgbClr val="000000"/>
              </a:buClr>
              <a:buFont typeface="Arial"/>
              <a:buNone/>
            </a:pPr>
            <a:endParaRPr sz="1400" b="0" i="0" u="none" strike="noStrike" cap="none" baseline="0">
              <a:solidFill>
                <a:srgbClr val="000000"/>
              </a:solidFill>
              <a:latin typeface="Arial"/>
              <a:ea typeface="Arial"/>
              <a:cs typeface="Arial"/>
              <a:sym typeface="Arial"/>
              <a:rtl val="0"/>
            </a:endParaRPr>
          </a:p>
          <a:p>
            <a:pPr marL="0" lvl="6" indent="0">
              <a:spcBef>
                <a:spcPts val="0"/>
              </a:spcBef>
              <a:buClr>
                <a:srgbClr val="000000"/>
              </a:buClr>
              <a:buFont typeface="Arial"/>
              <a:buNone/>
            </a:pPr>
            <a:endParaRPr sz="1400" b="0" i="0" u="none" strike="noStrike" cap="none" baseline="0">
              <a:solidFill>
                <a:srgbClr val="000000"/>
              </a:solidFill>
              <a:latin typeface="Arial"/>
              <a:ea typeface="Arial"/>
              <a:cs typeface="Arial"/>
              <a:sym typeface="Arial"/>
              <a:rtl val="0"/>
            </a:endParaRPr>
          </a:p>
          <a:p>
            <a:pPr marL="0" lvl="7" indent="0">
              <a:spcBef>
                <a:spcPts val="0"/>
              </a:spcBef>
              <a:buClr>
                <a:srgbClr val="000000"/>
              </a:buClr>
              <a:buFont typeface="Arial"/>
              <a:buNone/>
            </a:pPr>
            <a:endParaRPr sz="1400" b="0" i="0" u="none" strike="noStrike" cap="none" baseline="0">
              <a:solidFill>
                <a:srgbClr val="000000"/>
              </a:solidFill>
              <a:latin typeface="Arial"/>
              <a:ea typeface="Arial"/>
              <a:cs typeface="Arial"/>
              <a:sym typeface="Arial"/>
              <a:rtl val="0"/>
            </a:endParaRPr>
          </a:p>
          <a:p>
            <a:pPr marL="0" lvl="8" indent="0">
              <a:spcBef>
                <a:spcPts val="0"/>
              </a:spcBef>
              <a:buClr>
                <a:srgbClr val="000000"/>
              </a:buClr>
              <a:buFont typeface="Arial"/>
              <a:buNone/>
            </a:pPr>
            <a:endParaRPr sz="1400" b="0" i="0" u="none" strike="noStrike" cap="none" baseline="0">
              <a:solidFill>
                <a:srgbClr val="000000"/>
              </a:solidFill>
              <a:latin typeface="Arial"/>
              <a:ea typeface="Arial"/>
              <a:cs typeface="Arial"/>
              <a:sym typeface="Arial"/>
              <a:rtl val="0"/>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8"/>
        <p:cNvGrpSpPr/>
        <p:nvPr/>
      </p:nvGrpSpPr>
      <p:grpSpPr>
        <a:xfrm>
          <a:off x="0" y="0"/>
          <a:ext cx="0" cy="0"/>
          <a:chOff x="0" y="0"/>
          <a:chExt cx="0" cy="0"/>
        </a:xfrm>
      </p:grpSpPr>
      <p:sp>
        <p:nvSpPr>
          <p:cNvPr id="9" name="Shape 9"/>
          <p:cNvSpPr txBox="1">
            <a:spLocks noGrp="1"/>
          </p:cNvSpPr>
          <p:nvPr>
            <p:ph type="title"/>
          </p:nvPr>
        </p:nvSpPr>
        <p:spPr>
          <a:xfrm>
            <a:off x="2194558" y="1318262"/>
            <a:ext cx="39502080" cy="5486399"/>
          </a:xfrm>
          <a:prstGeom prst="rect">
            <a:avLst/>
          </a:prstGeom>
          <a:noFill/>
          <a:ln>
            <a:noFill/>
          </a:ln>
        </p:spPr>
        <p:txBody>
          <a:bodyPr lIns="91425" tIns="91425" rIns="91425" bIns="91425" anchor="ctr" anchorCtr="0"/>
          <a:lstStyle>
            <a:lvl1pPr marL="0" marR="0" indent="0" algn="ctr" rtl="0">
              <a:lnSpc>
                <a:spcPct val="100000"/>
              </a:lnSpc>
              <a:spcBef>
                <a:spcPts val="0"/>
              </a:spcBef>
              <a:spcAft>
                <a:spcPts val="0"/>
              </a:spcAft>
              <a:buClr>
                <a:schemeClr val="dk1"/>
              </a:buClr>
              <a:buFont typeface="Calibri"/>
              <a:buNone/>
              <a:defRPr/>
            </a:lvl1pPr>
            <a:lvl2pPr marL="0" marR="0" indent="0" algn="l" rtl="0">
              <a:lnSpc>
                <a:spcPct val="100000"/>
              </a:lnSpc>
              <a:spcBef>
                <a:spcPts val="0"/>
              </a:spcBef>
              <a:spcAft>
                <a:spcPts val="0"/>
              </a:spcAft>
              <a:buClr>
                <a:srgbClr val="000000"/>
              </a:buClr>
              <a:buFont typeface="Arial"/>
              <a:buNone/>
              <a:defRPr/>
            </a:lvl2pPr>
            <a:lvl3pPr marL="0" marR="0" indent="0" algn="l" rtl="0">
              <a:spcBef>
                <a:spcPts val="0"/>
              </a:spcBef>
              <a:defRPr/>
            </a:lvl3pPr>
            <a:lvl4pPr marL="0" marR="0" indent="0" algn="l" rtl="0">
              <a:spcBef>
                <a:spcPts val="0"/>
              </a:spcBef>
              <a:defRPr/>
            </a:lvl4pPr>
            <a:lvl5pPr marL="0" marR="0" indent="0" algn="l" rtl="0">
              <a:spcBef>
                <a:spcPts val="0"/>
              </a:spcBef>
              <a:defRPr/>
            </a:lvl5pPr>
            <a:lvl6pPr marL="0" marR="0" indent="0" algn="l" rtl="0">
              <a:spcBef>
                <a:spcPts val="0"/>
              </a:spcBef>
              <a:defRPr/>
            </a:lvl6pPr>
            <a:lvl7pPr marL="0" marR="0" indent="0" algn="l" rtl="0">
              <a:spcBef>
                <a:spcPts val="0"/>
              </a:spcBef>
              <a:defRPr/>
            </a:lvl7pPr>
            <a:lvl8pPr marL="0" marR="0" indent="0" algn="l" rtl="0">
              <a:spcBef>
                <a:spcPts val="0"/>
              </a:spcBef>
              <a:defRPr/>
            </a:lvl8pPr>
            <a:lvl9pPr marL="0" marR="0" indent="0" algn="l" rtl="0">
              <a:spcBef>
                <a:spcPts val="0"/>
              </a:spcBef>
              <a:defRPr/>
            </a:lvl9pPr>
          </a:lstStyle>
          <a:p>
            <a:endParaRPr/>
          </a:p>
        </p:txBody>
      </p:sp>
      <p:sp>
        <p:nvSpPr>
          <p:cNvPr id="10" name="Shape 10"/>
          <p:cNvSpPr txBox="1">
            <a:spLocks noGrp="1"/>
          </p:cNvSpPr>
          <p:nvPr>
            <p:ph type="body" idx="1"/>
          </p:nvPr>
        </p:nvSpPr>
        <p:spPr>
          <a:xfrm>
            <a:off x="2194558" y="7680963"/>
            <a:ext cx="39502080" cy="21724621"/>
          </a:xfrm>
          <a:prstGeom prst="rect">
            <a:avLst/>
          </a:prstGeom>
          <a:noFill/>
          <a:ln>
            <a:noFill/>
          </a:ln>
        </p:spPr>
        <p:txBody>
          <a:bodyPr lIns="91425" tIns="91425" rIns="91425" bIns="91425" anchor="t" anchorCtr="0"/>
          <a:lstStyle>
            <a:lvl1pPr marL="1802659" marR="0" indent="-558058" algn="l" rtl="0">
              <a:lnSpc>
                <a:spcPct val="100000"/>
              </a:lnSpc>
              <a:spcBef>
                <a:spcPts val="3360"/>
              </a:spcBef>
              <a:spcAft>
                <a:spcPts val="0"/>
              </a:spcAft>
              <a:buClr>
                <a:schemeClr val="dk1"/>
              </a:buClr>
              <a:buFont typeface="Arial"/>
              <a:buChar char="•"/>
              <a:defRPr/>
            </a:lvl1pPr>
            <a:lvl2pPr marL="3905762" marR="0" indent="-400561" algn="l" rtl="0">
              <a:lnSpc>
                <a:spcPct val="100000"/>
              </a:lnSpc>
              <a:spcBef>
                <a:spcPts val="2940"/>
              </a:spcBef>
              <a:spcAft>
                <a:spcPts val="0"/>
              </a:spcAft>
              <a:buClr>
                <a:schemeClr val="dk1"/>
              </a:buClr>
              <a:buFont typeface="Arial"/>
              <a:buChar char="–"/>
              <a:defRPr/>
            </a:lvl2pPr>
            <a:lvl3pPr marL="6008865" marR="0" indent="-230365" algn="l" rtl="0">
              <a:lnSpc>
                <a:spcPct val="100000"/>
              </a:lnSpc>
              <a:spcBef>
                <a:spcPts val="2520"/>
              </a:spcBef>
              <a:spcAft>
                <a:spcPts val="0"/>
              </a:spcAft>
              <a:buClr>
                <a:schemeClr val="dk1"/>
              </a:buClr>
              <a:buFont typeface="Arial"/>
              <a:buChar char="•"/>
              <a:defRPr/>
            </a:lvl3pPr>
            <a:lvl4pPr marL="8412411" marR="0" indent="-373311" algn="l" rtl="0">
              <a:lnSpc>
                <a:spcPct val="100000"/>
              </a:lnSpc>
              <a:spcBef>
                <a:spcPts val="2100"/>
              </a:spcBef>
              <a:spcAft>
                <a:spcPts val="0"/>
              </a:spcAft>
              <a:buClr>
                <a:schemeClr val="dk1"/>
              </a:buClr>
              <a:buFont typeface="Arial"/>
              <a:buChar char="–"/>
              <a:defRPr/>
            </a:lvl4pPr>
            <a:lvl5pPr marL="10815958" marR="0" indent="-363857" algn="l" rtl="0">
              <a:lnSpc>
                <a:spcPct val="100000"/>
              </a:lnSpc>
              <a:spcBef>
                <a:spcPts val="2100"/>
              </a:spcBef>
              <a:spcAft>
                <a:spcPts val="0"/>
              </a:spcAft>
              <a:buClr>
                <a:schemeClr val="dk1"/>
              </a:buClr>
              <a:buFont typeface="Arial"/>
              <a:buChar char="»"/>
              <a:defRPr/>
            </a:lvl5pPr>
            <a:lvl6pPr marL="13219505" marR="0" indent="-367104" algn="l" rtl="0">
              <a:lnSpc>
                <a:spcPct val="100000"/>
              </a:lnSpc>
              <a:spcBef>
                <a:spcPts val="2100"/>
              </a:spcBef>
              <a:spcAft>
                <a:spcPts val="0"/>
              </a:spcAft>
              <a:buClr>
                <a:schemeClr val="dk1"/>
              </a:buClr>
              <a:buFont typeface="Arial"/>
              <a:buChar char="•"/>
              <a:defRPr/>
            </a:lvl6pPr>
            <a:lvl7pPr marL="15623049" marR="0" indent="-370349" algn="l" rtl="0">
              <a:lnSpc>
                <a:spcPct val="100000"/>
              </a:lnSpc>
              <a:spcBef>
                <a:spcPts val="2100"/>
              </a:spcBef>
              <a:spcAft>
                <a:spcPts val="0"/>
              </a:spcAft>
              <a:buClr>
                <a:schemeClr val="dk1"/>
              </a:buClr>
              <a:buFont typeface="Arial"/>
              <a:buChar char="•"/>
              <a:defRPr/>
            </a:lvl7pPr>
            <a:lvl8pPr marL="18026596" marR="0" indent="-373595" algn="l" rtl="0">
              <a:lnSpc>
                <a:spcPct val="100000"/>
              </a:lnSpc>
              <a:spcBef>
                <a:spcPts val="2100"/>
              </a:spcBef>
              <a:spcAft>
                <a:spcPts val="0"/>
              </a:spcAft>
              <a:buClr>
                <a:schemeClr val="dk1"/>
              </a:buClr>
              <a:buFont typeface="Arial"/>
              <a:buChar char="•"/>
              <a:defRPr/>
            </a:lvl8pPr>
            <a:lvl9pPr marL="20430142" marR="0" indent="-364142" algn="l" rtl="0">
              <a:lnSpc>
                <a:spcPct val="100000"/>
              </a:lnSpc>
              <a:spcBef>
                <a:spcPts val="2100"/>
              </a:spcBef>
              <a:spcAft>
                <a:spcPts val="0"/>
              </a:spcAft>
              <a:buClr>
                <a:schemeClr val="dk1"/>
              </a:buClr>
              <a:buFont typeface="Arial"/>
              <a:buChar char="•"/>
              <a:defRPr/>
            </a:lvl9pPr>
          </a:lstStyle>
          <a:p>
            <a:endParaRPr/>
          </a:p>
        </p:txBody>
      </p:sp>
      <p:sp>
        <p:nvSpPr>
          <p:cNvPr id="11" name="Shape 11"/>
          <p:cNvSpPr txBox="1">
            <a:spLocks noGrp="1"/>
          </p:cNvSpPr>
          <p:nvPr>
            <p:ph type="dt" idx="10"/>
          </p:nvPr>
        </p:nvSpPr>
        <p:spPr>
          <a:xfrm>
            <a:off x="2194558" y="30510484"/>
            <a:ext cx="10241279" cy="1752600"/>
          </a:xfrm>
          <a:prstGeom prst="rect">
            <a:avLst/>
          </a:prstGeom>
          <a:noFill/>
          <a:ln>
            <a:noFill/>
          </a:ln>
        </p:spPr>
        <p:txBody>
          <a:bodyPr lIns="91425" tIns="91425" rIns="91425" bIns="91425" anchor="ctr" anchorCtr="0"/>
          <a:lstStyle>
            <a:lvl1pPr marL="0" marR="0" indent="0" algn="l" rtl="0">
              <a:lnSpc>
                <a:spcPct val="100000"/>
              </a:lnSpc>
              <a:spcBef>
                <a:spcPts val="0"/>
              </a:spcBef>
              <a:spcAft>
                <a:spcPts val="0"/>
              </a:spcAft>
              <a:buClr>
                <a:srgbClr val="000000"/>
              </a:buClr>
              <a:buFont typeface="Arial"/>
              <a:buNone/>
              <a:defRPr/>
            </a:lvl1pPr>
            <a:lvl2pPr marL="2403546" marR="0" indent="-3245" algn="l" rtl="0">
              <a:lnSpc>
                <a:spcPct val="100000"/>
              </a:lnSpc>
              <a:spcBef>
                <a:spcPts val="0"/>
              </a:spcBef>
              <a:spcAft>
                <a:spcPts val="0"/>
              </a:spcAft>
              <a:buClr>
                <a:srgbClr val="000000"/>
              </a:buClr>
              <a:buFont typeface="Arial"/>
              <a:buNone/>
              <a:defRPr/>
            </a:lvl2pPr>
            <a:lvl3pPr marL="4807092" marR="0" indent="-6491" algn="l" rtl="0">
              <a:lnSpc>
                <a:spcPct val="100000"/>
              </a:lnSpc>
              <a:spcBef>
                <a:spcPts val="0"/>
              </a:spcBef>
              <a:spcAft>
                <a:spcPts val="0"/>
              </a:spcAft>
              <a:buClr>
                <a:srgbClr val="000000"/>
              </a:buClr>
              <a:buFont typeface="Arial"/>
              <a:buNone/>
              <a:defRPr/>
            </a:lvl3pPr>
            <a:lvl4pPr marL="7210638" marR="0" indent="-9738" algn="l" rtl="0">
              <a:lnSpc>
                <a:spcPct val="100000"/>
              </a:lnSpc>
              <a:spcBef>
                <a:spcPts val="0"/>
              </a:spcBef>
              <a:spcAft>
                <a:spcPts val="0"/>
              </a:spcAft>
              <a:buClr>
                <a:srgbClr val="000000"/>
              </a:buClr>
              <a:buFont typeface="Arial"/>
              <a:buNone/>
              <a:defRPr/>
            </a:lvl4pPr>
            <a:lvl5pPr marL="9614184" marR="0" indent="-283" algn="l" rtl="0">
              <a:lnSpc>
                <a:spcPct val="100000"/>
              </a:lnSpc>
              <a:spcBef>
                <a:spcPts val="0"/>
              </a:spcBef>
              <a:spcAft>
                <a:spcPts val="0"/>
              </a:spcAft>
              <a:buClr>
                <a:srgbClr val="000000"/>
              </a:buClr>
              <a:buFont typeface="Arial"/>
              <a:buNone/>
              <a:defRPr/>
            </a:lvl5pPr>
            <a:lvl6pPr marL="12017731" marR="0" indent="-3530" algn="l" rtl="0">
              <a:lnSpc>
                <a:spcPct val="100000"/>
              </a:lnSpc>
              <a:spcBef>
                <a:spcPts val="0"/>
              </a:spcBef>
              <a:spcAft>
                <a:spcPts val="0"/>
              </a:spcAft>
              <a:buClr>
                <a:srgbClr val="000000"/>
              </a:buClr>
              <a:buFont typeface="Arial"/>
              <a:buNone/>
              <a:defRPr/>
            </a:lvl6pPr>
            <a:lvl7pPr marL="14421276" marR="0" indent="-6776" algn="l" rtl="0">
              <a:lnSpc>
                <a:spcPct val="100000"/>
              </a:lnSpc>
              <a:spcBef>
                <a:spcPts val="0"/>
              </a:spcBef>
              <a:spcAft>
                <a:spcPts val="0"/>
              </a:spcAft>
              <a:buClr>
                <a:srgbClr val="000000"/>
              </a:buClr>
              <a:buFont typeface="Arial"/>
              <a:buNone/>
              <a:defRPr/>
            </a:lvl7pPr>
            <a:lvl8pPr marL="16824824" marR="0" indent="-10024" algn="l" rtl="0">
              <a:lnSpc>
                <a:spcPct val="100000"/>
              </a:lnSpc>
              <a:spcBef>
                <a:spcPts val="0"/>
              </a:spcBef>
              <a:spcAft>
                <a:spcPts val="0"/>
              </a:spcAft>
              <a:buClr>
                <a:srgbClr val="000000"/>
              </a:buClr>
              <a:buFont typeface="Arial"/>
              <a:buNone/>
              <a:defRPr/>
            </a:lvl8pPr>
            <a:lvl9pPr marL="19228368" marR="0" indent="-567" algn="l" rtl="0">
              <a:lnSpc>
                <a:spcPct val="100000"/>
              </a:lnSpc>
              <a:spcBef>
                <a:spcPts val="0"/>
              </a:spcBef>
              <a:spcAft>
                <a:spcPts val="0"/>
              </a:spcAft>
              <a:buClr>
                <a:srgbClr val="000000"/>
              </a:buClr>
              <a:buFont typeface="Arial"/>
              <a:buNone/>
              <a:defRPr/>
            </a:lvl9pPr>
          </a:lstStyle>
          <a:p>
            <a:endParaRPr/>
          </a:p>
        </p:txBody>
      </p:sp>
      <p:sp>
        <p:nvSpPr>
          <p:cNvPr id="12" name="Shape 12"/>
          <p:cNvSpPr txBox="1">
            <a:spLocks noGrp="1"/>
          </p:cNvSpPr>
          <p:nvPr>
            <p:ph type="ftr" idx="11"/>
          </p:nvPr>
        </p:nvSpPr>
        <p:spPr>
          <a:xfrm>
            <a:off x="14996159" y="30510484"/>
            <a:ext cx="13898879" cy="1752600"/>
          </a:xfrm>
          <a:prstGeom prst="rect">
            <a:avLst/>
          </a:prstGeom>
          <a:noFill/>
          <a:ln>
            <a:noFill/>
          </a:ln>
        </p:spPr>
        <p:txBody>
          <a:bodyPr lIns="91425" tIns="91425" rIns="91425" bIns="91425" anchor="ctr" anchorCtr="0"/>
          <a:lstStyle>
            <a:lvl1pPr marL="0" marR="0" indent="0" algn="ctr" rtl="0">
              <a:lnSpc>
                <a:spcPct val="100000"/>
              </a:lnSpc>
              <a:spcBef>
                <a:spcPts val="0"/>
              </a:spcBef>
              <a:spcAft>
                <a:spcPts val="0"/>
              </a:spcAft>
              <a:buClr>
                <a:srgbClr val="000000"/>
              </a:buClr>
              <a:buFont typeface="Arial"/>
              <a:buNone/>
              <a:defRPr/>
            </a:lvl1pPr>
            <a:lvl2pPr marL="2403546" marR="0" indent="-3245" algn="l" rtl="0">
              <a:lnSpc>
                <a:spcPct val="100000"/>
              </a:lnSpc>
              <a:spcBef>
                <a:spcPts val="0"/>
              </a:spcBef>
              <a:spcAft>
                <a:spcPts val="0"/>
              </a:spcAft>
              <a:buClr>
                <a:srgbClr val="000000"/>
              </a:buClr>
              <a:buFont typeface="Arial"/>
              <a:buNone/>
              <a:defRPr/>
            </a:lvl2pPr>
            <a:lvl3pPr marL="4807092" marR="0" indent="-6491" algn="l" rtl="0">
              <a:lnSpc>
                <a:spcPct val="100000"/>
              </a:lnSpc>
              <a:spcBef>
                <a:spcPts val="0"/>
              </a:spcBef>
              <a:spcAft>
                <a:spcPts val="0"/>
              </a:spcAft>
              <a:buClr>
                <a:srgbClr val="000000"/>
              </a:buClr>
              <a:buFont typeface="Arial"/>
              <a:buNone/>
              <a:defRPr/>
            </a:lvl3pPr>
            <a:lvl4pPr marL="7210638" marR="0" indent="-9738" algn="l" rtl="0">
              <a:lnSpc>
                <a:spcPct val="100000"/>
              </a:lnSpc>
              <a:spcBef>
                <a:spcPts val="0"/>
              </a:spcBef>
              <a:spcAft>
                <a:spcPts val="0"/>
              </a:spcAft>
              <a:buClr>
                <a:srgbClr val="000000"/>
              </a:buClr>
              <a:buFont typeface="Arial"/>
              <a:buNone/>
              <a:defRPr/>
            </a:lvl4pPr>
            <a:lvl5pPr marL="9614184" marR="0" indent="-283" algn="l" rtl="0">
              <a:lnSpc>
                <a:spcPct val="100000"/>
              </a:lnSpc>
              <a:spcBef>
                <a:spcPts val="0"/>
              </a:spcBef>
              <a:spcAft>
                <a:spcPts val="0"/>
              </a:spcAft>
              <a:buClr>
                <a:srgbClr val="000000"/>
              </a:buClr>
              <a:buFont typeface="Arial"/>
              <a:buNone/>
              <a:defRPr/>
            </a:lvl5pPr>
            <a:lvl6pPr marL="12017731" marR="0" indent="-3530" algn="l" rtl="0">
              <a:lnSpc>
                <a:spcPct val="100000"/>
              </a:lnSpc>
              <a:spcBef>
                <a:spcPts val="0"/>
              </a:spcBef>
              <a:spcAft>
                <a:spcPts val="0"/>
              </a:spcAft>
              <a:buClr>
                <a:srgbClr val="000000"/>
              </a:buClr>
              <a:buFont typeface="Arial"/>
              <a:buNone/>
              <a:defRPr/>
            </a:lvl6pPr>
            <a:lvl7pPr marL="14421276" marR="0" indent="-6776" algn="l" rtl="0">
              <a:lnSpc>
                <a:spcPct val="100000"/>
              </a:lnSpc>
              <a:spcBef>
                <a:spcPts val="0"/>
              </a:spcBef>
              <a:spcAft>
                <a:spcPts val="0"/>
              </a:spcAft>
              <a:buClr>
                <a:srgbClr val="000000"/>
              </a:buClr>
              <a:buFont typeface="Arial"/>
              <a:buNone/>
              <a:defRPr/>
            </a:lvl7pPr>
            <a:lvl8pPr marL="16824824" marR="0" indent="-10024" algn="l" rtl="0">
              <a:lnSpc>
                <a:spcPct val="100000"/>
              </a:lnSpc>
              <a:spcBef>
                <a:spcPts val="0"/>
              </a:spcBef>
              <a:spcAft>
                <a:spcPts val="0"/>
              </a:spcAft>
              <a:buClr>
                <a:srgbClr val="000000"/>
              </a:buClr>
              <a:buFont typeface="Arial"/>
              <a:buNone/>
              <a:defRPr/>
            </a:lvl8pPr>
            <a:lvl9pPr marL="19228368" marR="0" indent="-567" algn="l" rtl="0">
              <a:lnSpc>
                <a:spcPct val="100000"/>
              </a:lnSpc>
              <a:spcBef>
                <a:spcPts val="0"/>
              </a:spcBef>
              <a:spcAft>
                <a:spcPts val="0"/>
              </a:spcAft>
              <a:buClr>
                <a:srgbClr val="000000"/>
              </a:buClr>
              <a:buFont typeface="Arial"/>
              <a:buNone/>
              <a:defRPr/>
            </a:lvl9pPr>
          </a:lstStyle>
          <a:p>
            <a:endParaRPr/>
          </a:p>
        </p:txBody>
      </p:sp>
      <p:sp>
        <p:nvSpPr>
          <p:cNvPr id="13" name="Shape 13"/>
          <p:cNvSpPr txBox="1">
            <a:spLocks noGrp="1"/>
          </p:cNvSpPr>
          <p:nvPr>
            <p:ph type="sldNum" idx="12"/>
          </p:nvPr>
        </p:nvSpPr>
        <p:spPr>
          <a:xfrm>
            <a:off x="31455359" y="30510484"/>
            <a:ext cx="10241279" cy="1752600"/>
          </a:xfrm>
          <a:prstGeom prst="rect">
            <a:avLst/>
          </a:prstGeom>
          <a:noFill/>
          <a:ln>
            <a:noFill/>
          </a:ln>
        </p:spPr>
        <p:txBody>
          <a:bodyPr lIns="91425" tIns="91425" rIns="91425" bIns="91425" anchor="ctr" anchorCtr="0">
            <a:noAutofit/>
          </a:bodyPr>
          <a:lstStyle/>
          <a:p>
            <a:pPr marL="0" lvl="0" indent="0">
              <a:spcBef>
                <a:spcPts val="0"/>
              </a:spcBef>
              <a:buClr>
                <a:srgbClr val="000000"/>
              </a:buClr>
              <a:buFont typeface="Arial"/>
              <a:buNone/>
            </a:pPr>
            <a:endParaRPr sz="1400" b="0" i="0" u="none" strike="noStrike" cap="none" baseline="0">
              <a:solidFill>
                <a:srgbClr val="000000"/>
              </a:solidFill>
              <a:latin typeface="Arial"/>
              <a:ea typeface="Arial"/>
              <a:cs typeface="Arial"/>
              <a:sym typeface="Arial"/>
              <a:rtl val="0"/>
            </a:endParaRPr>
          </a:p>
          <a:p>
            <a:pPr marL="0" lvl="1" indent="0">
              <a:spcBef>
                <a:spcPts val="0"/>
              </a:spcBef>
              <a:buClr>
                <a:srgbClr val="000000"/>
              </a:buClr>
              <a:buFont typeface="Arial"/>
              <a:buNone/>
            </a:pPr>
            <a:endParaRPr sz="1400" b="0" i="0" u="none" strike="noStrike" cap="none" baseline="0">
              <a:solidFill>
                <a:srgbClr val="000000"/>
              </a:solidFill>
              <a:latin typeface="Arial"/>
              <a:ea typeface="Arial"/>
              <a:cs typeface="Arial"/>
              <a:sym typeface="Arial"/>
              <a:rtl val="0"/>
            </a:endParaRPr>
          </a:p>
          <a:p>
            <a:pPr marL="0" lvl="2" indent="0">
              <a:spcBef>
                <a:spcPts val="0"/>
              </a:spcBef>
              <a:buClr>
                <a:srgbClr val="000000"/>
              </a:buClr>
              <a:buFont typeface="Arial"/>
              <a:buNone/>
            </a:pPr>
            <a:endParaRPr sz="1400" b="0" i="0" u="none" strike="noStrike" cap="none" baseline="0">
              <a:solidFill>
                <a:srgbClr val="000000"/>
              </a:solidFill>
              <a:latin typeface="Arial"/>
              <a:ea typeface="Arial"/>
              <a:cs typeface="Arial"/>
              <a:sym typeface="Arial"/>
              <a:rtl val="0"/>
            </a:endParaRPr>
          </a:p>
          <a:p>
            <a:pPr marL="0" lvl="3" indent="0">
              <a:spcBef>
                <a:spcPts val="0"/>
              </a:spcBef>
              <a:buClr>
                <a:srgbClr val="000000"/>
              </a:buClr>
              <a:buFont typeface="Arial"/>
              <a:buNone/>
            </a:pPr>
            <a:endParaRPr sz="1400" b="0" i="0" u="none" strike="noStrike" cap="none" baseline="0">
              <a:solidFill>
                <a:srgbClr val="000000"/>
              </a:solidFill>
              <a:latin typeface="Arial"/>
              <a:ea typeface="Arial"/>
              <a:cs typeface="Arial"/>
              <a:sym typeface="Arial"/>
              <a:rtl val="0"/>
            </a:endParaRPr>
          </a:p>
          <a:p>
            <a:pPr marL="0" lvl="4" indent="0">
              <a:spcBef>
                <a:spcPts val="0"/>
              </a:spcBef>
              <a:buClr>
                <a:srgbClr val="000000"/>
              </a:buClr>
              <a:buFont typeface="Arial"/>
              <a:buNone/>
            </a:pPr>
            <a:endParaRPr sz="1400" b="0" i="0" u="none" strike="noStrike" cap="none" baseline="0">
              <a:solidFill>
                <a:srgbClr val="000000"/>
              </a:solidFill>
              <a:latin typeface="Arial"/>
              <a:ea typeface="Arial"/>
              <a:cs typeface="Arial"/>
              <a:sym typeface="Arial"/>
              <a:rtl val="0"/>
            </a:endParaRPr>
          </a:p>
          <a:p>
            <a:pPr marL="0" lvl="5" indent="0">
              <a:spcBef>
                <a:spcPts val="0"/>
              </a:spcBef>
              <a:buClr>
                <a:srgbClr val="000000"/>
              </a:buClr>
              <a:buFont typeface="Arial"/>
              <a:buNone/>
            </a:pPr>
            <a:endParaRPr sz="1400" b="0" i="0" u="none" strike="noStrike" cap="none" baseline="0">
              <a:solidFill>
                <a:srgbClr val="000000"/>
              </a:solidFill>
              <a:latin typeface="Arial"/>
              <a:ea typeface="Arial"/>
              <a:cs typeface="Arial"/>
              <a:sym typeface="Arial"/>
              <a:rtl val="0"/>
            </a:endParaRPr>
          </a:p>
          <a:p>
            <a:pPr marL="0" lvl="6" indent="0">
              <a:spcBef>
                <a:spcPts val="0"/>
              </a:spcBef>
              <a:buClr>
                <a:srgbClr val="000000"/>
              </a:buClr>
              <a:buFont typeface="Arial"/>
              <a:buNone/>
            </a:pPr>
            <a:endParaRPr sz="1400" b="0" i="0" u="none" strike="noStrike" cap="none" baseline="0">
              <a:solidFill>
                <a:srgbClr val="000000"/>
              </a:solidFill>
              <a:latin typeface="Arial"/>
              <a:ea typeface="Arial"/>
              <a:cs typeface="Arial"/>
              <a:sym typeface="Arial"/>
              <a:rtl val="0"/>
            </a:endParaRPr>
          </a:p>
          <a:p>
            <a:pPr marL="0" lvl="7" indent="0">
              <a:spcBef>
                <a:spcPts val="0"/>
              </a:spcBef>
              <a:buClr>
                <a:srgbClr val="000000"/>
              </a:buClr>
              <a:buFont typeface="Arial"/>
              <a:buNone/>
            </a:pPr>
            <a:endParaRPr sz="1400" b="0" i="0" u="none" strike="noStrike" cap="none" baseline="0">
              <a:solidFill>
                <a:srgbClr val="000000"/>
              </a:solidFill>
              <a:latin typeface="Arial"/>
              <a:ea typeface="Arial"/>
              <a:cs typeface="Arial"/>
              <a:sym typeface="Arial"/>
              <a:rtl val="0"/>
            </a:endParaRPr>
          </a:p>
          <a:p>
            <a:pPr marL="0" lvl="8" indent="0">
              <a:spcBef>
                <a:spcPts val="0"/>
              </a:spcBef>
              <a:buClr>
                <a:srgbClr val="000000"/>
              </a:buClr>
              <a:buFont typeface="Arial"/>
              <a:buNone/>
            </a:pPr>
            <a:endParaRPr sz="1400" b="0" i="0" u="none" strike="noStrike" cap="none" baseline="0">
              <a:solidFill>
                <a:srgbClr val="000000"/>
              </a:solidFill>
              <a:latin typeface="Arial"/>
              <a:ea typeface="Arial"/>
              <a:cs typeface="Arial"/>
              <a:sym typeface="Arial"/>
              <a:rtl val="0"/>
            </a:endParaRPr>
          </a:p>
        </p:txBody>
      </p:sp>
    </p:spTree>
  </p:cSld>
  <p:clrMap bg1="lt1" tx1="dk1" bg2="dk2" tx2="lt2" accent1="accent1" accent2="accent2" accent3="accent3" accent4="accent4" accent5="accent5" accent6="accent6" hlink="hlink" folHlink="folHlink"/>
  <p:sldLayoutIdLst>
    <p:sldLayoutId id="2147483648" r:id="rId1"/>
    <p:sldLayoutId id="2147483652" r:id="rId2"/>
    <p:sldLayoutId id="2147483653" r:id="rId3"/>
    <p:sldLayoutId id="2147483654" r:id="rId4"/>
    <p:sldLayoutId id="2147483655" r:id="rId5"/>
    <p:sldLayoutId id="2147483656" r:id="rId6"/>
    <p:sldLayoutId id="2147483657" r:id="rId7"/>
    <p:sldLayoutId id="2147483658" r:id="rId8"/>
  </p:sldLayoutIdLst>
  <p:hf sldNum="0" hdr="0" ftr="0" dt="0"/>
  <p:txStyles>
    <p:titleStyle>
      <a:defPPr marR="0" algn="l" rtl="0">
        <a:lnSpc>
          <a:spcPct val="100000"/>
        </a:lnSpc>
        <a:spcBef>
          <a:spcPts val="0"/>
        </a:spcBef>
        <a:spcAft>
          <a:spcPts val="0"/>
        </a:spcAft>
      </a:defPPr>
      <a:lvl1pPr marR="0" algn="l" rtl="0" eaLnBrk="1" hangingPunct="1">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1pPr>
      <a:lvl2pPr marR="0" algn="l" rtl="0" eaLnBrk="1" hangingPunct="1">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2pPr>
    </p:titleStyle>
    <p:bodyStyle>
      <a:defPPr marR="0" algn="l" rtl="0">
        <a:lnSpc>
          <a:spcPct val="100000"/>
        </a:lnSpc>
        <a:spcBef>
          <a:spcPts val="0"/>
        </a:spcBef>
        <a:spcAft>
          <a:spcPts val="0"/>
        </a:spcAft>
      </a:defPPr>
      <a:lvl1pPr marR="0" algn="l" rtl="0" eaLnBrk="1" hangingPunct="1">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1pPr>
      <a:lvl2pPr marR="0" algn="l" rtl="0" eaLnBrk="1" hangingPunct="1">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2pPr>
      <a:lvl3pPr marR="0" algn="l" rtl="0" eaLnBrk="1" hangingPunct="1">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3pPr>
      <a:lvl4pPr marR="0" algn="l" rtl="0" eaLnBrk="1" hangingPunct="1">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4pPr>
      <a:lvl5pPr marR="0" algn="l" rtl="0" eaLnBrk="1" hangingPunct="1">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5pPr>
      <a:lvl6pPr marR="0" algn="l" rtl="0" eaLnBrk="1" hangingPunct="1">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6pPr>
      <a:lvl7pPr marR="0" algn="l" rtl="0" eaLnBrk="1" hangingPunct="1">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7pPr>
      <a:lvl8pPr marR="0" algn="l" rtl="0" eaLnBrk="1" hangingPunct="1">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8pPr>
      <a:lvl9pPr marR="0" algn="l" rtl="0" eaLnBrk="1" hangingPunct="1">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9pPr>
    </p:bodyStyle>
    <p:otherStyle>
      <a:defPPr marR="0" algn="l" rtl="0">
        <a:lnSpc>
          <a:spcPct val="100000"/>
        </a:lnSpc>
        <a:spcBef>
          <a:spcPts val="0"/>
        </a:spcBef>
        <a:spcAft>
          <a:spcPts val="0"/>
        </a:spcAft>
      </a:defPPr>
      <a:lvl1pPr marR="0" algn="l" rtl="0" eaLnBrk="1" hangingPunct="1">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1pPr>
      <a:lvl2pPr marR="0" algn="l" rtl="0" eaLnBrk="1" hangingPunct="1">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2pPr>
      <a:lvl3pPr marR="0" algn="l" rtl="0" eaLnBrk="1" hangingPunct="1">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3pPr>
      <a:lvl4pPr marR="0" algn="l" rtl="0" eaLnBrk="1" hangingPunct="1">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4pPr>
      <a:lvl5pPr marR="0" algn="l" rtl="0" eaLnBrk="1" hangingPunct="1">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5pPr>
      <a:lvl6pPr marR="0" algn="l" rtl="0" eaLnBrk="1" hangingPunct="1">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6pPr>
      <a:lvl7pPr marR="0" algn="l" rtl="0" eaLnBrk="1" hangingPunct="1">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7pPr>
      <a:lvl8pPr marR="0" algn="l" rtl="0" eaLnBrk="1" hangingPunct="1">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8pPr>
      <a:lvl9pPr marR="0" algn="l" rtl="0" eaLnBrk="1" hangingPunct="1">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9pPr>
    </p:otherStyle>
  </p:txStyles>
</p:sldMaster>
</file>

<file path=ppt/slides/_rels/slide1.xml.rels><?xml version="1.0" encoding="UTF-8" standalone="yes"?>
<Relationships xmlns="http://schemas.openxmlformats.org/package/2006/relationships"><Relationship Id="rId13" Type="http://schemas.openxmlformats.org/officeDocument/2006/relationships/image" Target="../media/image8.wmf"/><Relationship Id="rId18" Type="http://schemas.openxmlformats.org/officeDocument/2006/relationships/chart" Target="../charts/chart1.xml"/><Relationship Id="rId26" Type="http://schemas.openxmlformats.org/officeDocument/2006/relationships/image" Target="../media/image19.png"/><Relationship Id="rId39" Type="http://schemas.openxmlformats.org/officeDocument/2006/relationships/image" Target="../media/image32.png"/><Relationship Id="rId21" Type="http://schemas.openxmlformats.org/officeDocument/2006/relationships/image" Target="../media/image14.png"/><Relationship Id="rId34" Type="http://schemas.openxmlformats.org/officeDocument/2006/relationships/image" Target="../media/image27.png"/><Relationship Id="rId42" Type="http://schemas.openxmlformats.org/officeDocument/2006/relationships/image" Target="../media/image35.png"/><Relationship Id="rId47" Type="http://schemas.openxmlformats.org/officeDocument/2006/relationships/image" Target="../media/image40.png"/><Relationship Id="rId7" Type="http://schemas.openxmlformats.org/officeDocument/2006/relationships/image" Target="../media/image4.jpeg"/><Relationship Id="rId2" Type="http://schemas.openxmlformats.org/officeDocument/2006/relationships/notesSlide" Target="../notesSlides/notesSlide1.xml"/><Relationship Id="rId16" Type="http://schemas.openxmlformats.org/officeDocument/2006/relationships/image" Target="../media/image11.png"/><Relationship Id="rId29" Type="http://schemas.openxmlformats.org/officeDocument/2006/relationships/image" Target="../media/image22.png"/><Relationship Id="rId1" Type="http://schemas.openxmlformats.org/officeDocument/2006/relationships/slideLayout" Target="../slideLayouts/slideLayout1.xml"/><Relationship Id="rId6" Type="http://schemas.openxmlformats.org/officeDocument/2006/relationships/image" Target="../media/image3.png"/><Relationship Id="rId11" Type="http://schemas.openxmlformats.org/officeDocument/2006/relationships/hyperlink" Target="https://en.wikipedia.org/wiki/Loyola_Marymount_University" TargetMode="External"/><Relationship Id="rId24" Type="http://schemas.openxmlformats.org/officeDocument/2006/relationships/image" Target="../media/image17.png"/><Relationship Id="rId32" Type="http://schemas.openxmlformats.org/officeDocument/2006/relationships/image" Target="../media/image25.png"/><Relationship Id="rId37" Type="http://schemas.openxmlformats.org/officeDocument/2006/relationships/image" Target="../media/image30.png"/><Relationship Id="rId40" Type="http://schemas.openxmlformats.org/officeDocument/2006/relationships/image" Target="../media/image33.png"/><Relationship Id="rId45" Type="http://schemas.openxmlformats.org/officeDocument/2006/relationships/image" Target="../media/image38.png"/><Relationship Id="rId5" Type="http://schemas.openxmlformats.org/officeDocument/2006/relationships/image" Target="../media/image2.jpeg"/><Relationship Id="rId15" Type="http://schemas.openxmlformats.org/officeDocument/2006/relationships/image" Target="../media/image10.png"/><Relationship Id="rId23" Type="http://schemas.openxmlformats.org/officeDocument/2006/relationships/image" Target="../media/image16.png"/><Relationship Id="rId28" Type="http://schemas.openxmlformats.org/officeDocument/2006/relationships/image" Target="../media/image21.png"/><Relationship Id="rId36" Type="http://schemas.openxmlformats.org/officeDocument/2006/relationships/image" Target="../media/image29.png"/><Relationship Id="rId10" Type="http://schemas.openxmlformats.org/officeDocument/2006/relationships/image" Target="../media/image7.png"/><Relationship Id="rId19" Type="http://schemas.openxmlformats.org/officeDocument/2006/relationships/chart" Target="../charts/chart2.xml"/><Relationship Id="rId31" Type="http://schemas.openxmlformats.org/officeDocument/2006/relationships/image" Target="../media/image24.png"/><Relationship Id="rId44" Type="http://schemas.openxmlformats.org/officeDocument/2006/relationships/image" Target="../media/image37.png"/><Relationship Id="rId4" Type="http://schemas.openxmlformats.org/officeDocument/2006/relationships/image" Target="../media/image1.emf"/><Relationship Id="rId9" Type="http://schemas.openxmlformats.org/officeDocument/2006/relationships/image" Target="../media/image6.png"/><Relationship Id="rId14" Type="http://schemas.openxmlformats.org/officeDocument/2006/relationships/image" Target="../media/image9.png"/><Relationship Id="rId22" Type="http://schemas.openxmlformats.org/officeDocument/2006/relationships/image" Target="../media/image15.png"/><Relationship Id="rId27" Type="http://schemas.openxmlformats.org/officeDocument/2006/relationships/image" Target="../media/image20.png"/><Relationship Id="rId30" Type="http://schemas.openxmlformats.org/officeDocument/2006/relationships/image" Target="../media/image23.png"/><Relationship Id="rId35" Type="http://schemas.openxmlformats.org/officeDocument/2006/relationships/image" Target="../media/image28.png"/><Relationship Id="rId43" Type="http://schemas.openxmlformats.org/officeDocument/2006/relationships/image" Target="../media/image36.png"/><Relationship Id="rId8" Type="http://schemas.openxmlformats.org/officeDocument/2006/relationships/image" Target="../media/image5.jpeg"/><Relationship Id="rId3" Type="http://schemas.microsoft.com/office/2018/10/relationships/comments" Target="../comments/modernComment_101_811D9A43.xml"/><Relationship Id="rId12" Type="http://schemas.openxmlformats.org/officeDocument/2006/relationships/oleObject" Target="../embeddings/oleObject1.bin"/><Relationship Id="rId17" Type="http://schemas.openxmlformats.org/officeDocument/2006/relationships/image" Target="../media/image12.emf"/><Relationship Id="rId25" Type="http://schemas.openxmlformats.org/officeDocument/2006/relationships/image" Target="../media/image18.png"/><Relationship Id="rId33" Type="http://schemas.openxmlformats.org/officeDocument/2006/relationships/image" Target="../media/image26.png"/><Relationship Id="rId38" Type="http://schemas.openxmlformats.org/officeDocument/2006/relationships/image" Target="../media/image31.png"/><Relationship Id="rId46" Type="http://schemas.openxmlformats.org/officeDocument/2006/relationships/image" Target="../media/image39.png"/><Relationship Id="rId20" Type="http://schemas.openxmlformats.org/officeDocument/2006/relationships/image" Target="../media/image13.emf"/><Relationship Id="rId41" Type="http://schemas.openxmlformats.org/officeDocument/2006/relationships/image" Target="../media/image34.png"/></Relationships>
</file>

<file path=ppt/slides/slide1.xml><?xml version="1.0" encoding="utf-8"?>
<p:sld xmlns:a="http://schemas.openxmlformats.org/drawingml/2006/main" xmlns:r="http://schemas.openxmlformats.org/officeDocument/2006/relationships" xmlns:p="http://schemas.openxmlformats.org/presentationml/2006/main">
  <p:cSld>
    <p:bg>
      <p:bgPr>
        <a:gradFill flip="none" rotWithShape="1">
          <a:gsLst>
            <a:gs pos="0">
              <a:srgbClr val="E1E9E8"/>
            </a:gs>
            <a:gs pos="75000">
              <a:srgbClr val="16693F"/>
            </a:gs>
          </a:gsLst>
          <a:lin ang="16200000" scaled="0"/>
          <a:tileRect/>
        </a:gradFill>
        <a:effectLst/>
      </p:bgPr>
    </p:bg>
    <p:spTree>
      <p:nvGrpSpPr>
        <p:cNvPr id="1" name="Shape 83"/>
        <p:cNvGrpSpPr/>
        <p:nvPr/>
      </p:nvGrpSpPr>
      <p:grpSpPr>
        <a:xfrm>
          <a:off x="0" y="0"/>
          <a:ext cx="0" cy="0"/>
          <a:chOff x="0" y="0"/>
          <a:chExt cx="0" cy="0"/>
        </a:xfrm>
      </p:grpSpPr>
      <p:sp>
        <p:nvSpPr>
          <p:cNvPr id="14" name="Rounded Rectangle 87">
            <a:extLst>
              <a:ext uri="{FF2B5EF4-FFF2-40B4-BE49-F238E27FC236}">
                <a16:creationId xmlns:a16="http://schemas.microsoft.com/office/drawing/2014/main" id="{9251C916-C458-E917-2B2F-937438C44AA5}"/>
              </a:ext>
            </a:extLst>
          </p:cNvPr>
          <p:cNvSpPr/>
          <p:nvPr/>
        </p:nvSpPr>
        <p:spPr>
          <a:xfrm>
            <a:off x="27644370" y="6156307"/>
            <a:ext cx="15641951" cy="26082806"/>
          </a:xfrm>
          <a:prstGeom prst="roundRect">
            <a:avLst>
              <a:gd name="adj" fmla="val 8951"/>
            </a:avLst>
          </a:prstGeom>
          <a:solidFill>
            <a:schemeClr val="bg1"/>
          </a:solidFill>
          <a:ln w="57150">
            <a:solidFill>
              <a:srgbClr val="16693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
        <p:nvSpPr>
          <p:cNvPr id="85" name="Rounded Rectangle 84"/>
          <p:cNvSpPr/>
          <p:nvPr/>
        </p:nvSpPr>
        <p:spPr>
          <a:xfrm>
            <a:off x="555440" y="6156307"/>
            <a:ext cx="10236960" cy="26082806"/>
          </a:xfrm>
          <a:prstGeom prst="roundRect">
            <a:avLst/>
          </a:prstGeom>
          <a:solidFill>
            <a:schemeClr val="bg1"/>
          </a:solidFill>
          <a:ln w="57150">
            <a:solidFill>
              <a:srgbClr val="16693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
        <p:nvSpPr>
          <p:cNvPr id="88" name="Rounded Rectangle 87"/>
          <p:cNvSpPr/>
          <p:nvPr/>
        </p:nvSpPr>
        <p:spPr>
          <a:xfrm>
            <a:off x="11396332" y="6156307"/>
            <a:ext cx="15641951" cy="26082806"/>
          </a:xfrm>
          <a:prstGeom prst="roundRect">
            <a:avLst>
              <a:gd name="adj" fmla="val 10206"/>
            </a:avLst>
          </a:prstGeom>
          <a:solidFill>
            <a:schemeClr val="bg1"/>
          </a:solidFill>
          <a:ln w="57150">
            <a:solidFill>
              <a:srgbClr val="16693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grpSp>
        <p:nvGrpSpPr>
          <p:cNvPr id="95" name="Group 94"/>
          <p:cNvGrpSpPr/>
          <p:nvPr/>
        </p:nvGrpSpPr>
        <p:grpSpPr>
          <a:xfrm>
            <a:off x="4195795" y="7745009"/>
            <a:ext cx="2786477" cy="934104"/>
            <a:chOff x="3063195" y="1371002"/>
            <a:chExt cx="2786477" cy="934104"/>
          </a:xfrm>
        </p:grpSpPr>
        <p:sp>
          <p:nvSpPr>
            <p:cNvPr id="96" name="Rounded Rectangle 1"/>
            <p:cNvSpPr>
              <a:spLocks noChangeArrowheads="1"/>
            </p:cNvSpPr>
            <p:nvPr/>
          </p:nvSpPr>
          <p:spPr bwMode="auto">
            <a:xfrm>
              <a:off x="3201526" y="1381487"/>
              <a:ext cx="2509815" cy="923619"/>
            </a:xfrm>
            <a:prstGeom prst="roundRect">
              <a:avLst>
                <a:gd name="adj" fmla="val 16667"/>
              </a:avLst>
            </a:prstGeom>
            <a:solidFill>
              <a:srgbClr val="16693F"/>
            </a:solidFill>
            <a:ln>
              <a:noFill/>
            </a:ln>
          </p:spPr>
          <p:txBody>
            <a:bodyPr/>
            <a:lstStyle>
              <a:lvl1pPr eaLnBrk="0" hangingPunct="0">
                <a:defRPr sz="2400" b="1">
                  <a:solidFill>
                    <a:schemeClr val="tx1"/>
                  </a:solidFill>
                  <a:latin typeface="Arial" pitchFamily="34" charset="0"/>
                </a:defRPr>
              </a:lvl1pPr>
              <a:lvl2pPr marL="742950" indent="-285750" eaLnBrk="0" hangingPunct="0">
                <a:defRPr sz="2400" b="1">
                  <a:solidFill>
                    <a:schemeClr val="tx1"/>
                  </a:solidFill>
                  <a:latin typeface="Arial" pitchFamily="34" charset="0"/>
                </a:defRPr>
              </a:lvl2pPr>
              <a:lvl3pPr marL="1143000" indent="-228600" eaLnBrk="0" hangingPunct="0">
                <a:defRPr sz="2400" b="1">
                  <a:solidFill>
                    <a:schemeClr val="tx1"/>
                  </a:solidFill>
                  <a:latin typeface="Arial" pitchFamily="34" charset="0"/>
                </a:defRPr>
              </a:lvl3pPr>
              <a:lvl4pPr marL="1600200" indent="-228600" eaLnBrk="0" hangingPunct="0">
                <a:defRPr sz="2400" b="1">
                  <a:solidFill>
                    <a:schemeClr val="tx1"/>
                  </a:solidFill>
                  <a:latin typeface="Arial" pitchFamily="34" charset="0"/>
                </a:defRPr>
              </a:lvl4pPr>
              <a:lvl5pPr marL="2057400" indent="-228600" eaLnBrk="0" hangingPunct="0">
                <a:defRPr sz="2400" b="1">
                  <a:solidFill>
                    <a:schemeClr val="tx1"/>
                  </a:solidFill>
                  <a:latin typeface="Arial" pitchFamily="34" charset="0"/>
                </a:defRPr>
              </a:lvl5pPr>
              <a:lvl6pPr marL="2514600" indent="-228600" eaLnBrk="0" fontAlgn="base" hangingPunct="0">
                <a:spcBef>
                  <a:spcPct val="0"/>
                </a:spcBef>
                <a:spcAft>
                  <a:spcPct val="0"/>
                </a:spcAft>
                <a:defRPr sz="2400" b="1">
                  <a:solidFill>
                    <a:schemeClr val="tx1"/>
                  </a:solidFill>
                  <a:latin typeface="Arial" pitchFamily="34" charset="0"/>
                </a:defRPr>
              </a:lvl6pPr>
              <a:lvl7pPr marL="2971800" indent="-228600" eaLnBrk="0" fontAlgn="base" hangingPunct="0">
                <a:spcBef>
                  <a:spcPct val="0"/>
                </a:spcBef>
                <a:spcAft>
                  <a:spcPct val="0"/>
                </a:spcAft>
                <a:defRPr sz="2400" b="1">
                  <a:solidFill>
                    <a:schemeClr val="tx1"/>
                  </a:solidFill>
                  <a:latin typeface="Arial" pitchFamily="34" charset="0"/>
                </a:defRPr>
              </a:lvl7pPr>
              <a:lvl8pPr marL="3429000" indent="-228600" eaLnBrk="0" fontAlgn="base" hangingPunct="0">
                <a:spcBef>
                  <a:spcPct val="0"/>
                </a:spcBef>
                <a:spcAft>
                  <a:spcPct val="0"/>
                </a:spcAft>
                <a:defRPr sz="2400" b="1">
                  <a:solidFill>
                    <a:schemeClr val="tx1"/>
                  </a:solidFill>
                  <a:latin typeface="Arial" pitchFamily="34" charset="0"/>
                </a:defRPr>
              </a:lvl8pPr>
              <a:lvl9pPr marL="3886200" indent="-228600" eaLnBrk="0" fontAlgn="base" hangingPunct="0">
                <a:spcBef>
                  <a:spcPct val="0"/>
                </a:spcBef>
                <a:spcAft>
                  <a:spcPct val="0"/>
                </a:spcAft>
                <a:defRPr sz="2400" b="1">
                  <a:solidFill>
                    <a:schemeClr val="tx1"/>
                  </a:solidFill>
                  <a:latin typeface="Arial" pitchFamily="34" charset="0"/>
                </a:defRPr>
              </a:lvl9pPr>
            </a:lstStyle>
            <a:p>
              <a:pPr eaLnBrk="1" hangingPunct="1"/>
              <a:endParaRPr lang="en-US" altLang="en-US">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
          <p:nvSpPr>
            <p:cNvPr id="97" name="TextBox 2"/>
            <p:cNvSpPr txBox="1">
              <a:spLocks noChangeArrowheads="1"/>
            </p:cNvSpPr>
            <p:nvPr/>
          </p:nvSpPr>
          <p:spPr bwMode="auto">
            <a:xfrm>
              <a:off x="3063195" y="1371002"/>
              <a:ext cx="2786477"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ct val="20000"/>
                </a:spcBef>
                <a:buChar char="•"/>
                <a:defRPr sz="3200">
                  <a:solidFill>
                    <a:schemeClr val="tx1"/>
                  </a:solidFill>
                  <a:latin typeface="Arial" pitchFamily="34" charset="0"/>
                </a:defRPr>
              </a:lvl1pPr>
              <a:lvl2pPr marL="742950" indent="-285750" eaLnBrk="0" hangingPunct="0">
                <a:spcBef>
                  <a:spcPct val="20000"/>
                </a:spcBef>
                <a:buChar char="–"/>
                <a:defRPr sz="2800">
                  <a:solidFill>
                    <a:schemeClr val="tx1"/>
                  </a:solidFill>
                  <a:latin typeface="Arial" pitchFamily="34" charset="0"/>
                </a:defRPr>
              </a:lvl2pPr>
              <a:lvl3pPr marL="1143000" indent="-228600" eaLnBrk="0" hangingPunct="0">
                <a:spcBef>
                  <a:spcPct val="20000"/>
                </a:spcBef>
                <a:buChar char="•"/>
                <a:defRPr sz="2400">
                  <a:solidFill>
                    <a:schemeClr val="tx1"/>
                  </a:solidFill>
                  <a:latin typeface="Arial" pitchFamily="34" charset="0"/>
                </a:defRPr>
              </a:lvl3pPr>
              <a:lvl4pPr marL="1600200" indent="-228600" eaLnBrk="0" hangingPunct="0">
                <a:spcBef>
                  <a:spcPct val="20000"/>
                </a:spcBef>
                <a:buChar char="–"/>
                <a:defRPr sz="2000">
                  <a:solidFill>
                    <a:schemeClr val="tx1"/>
                  </a:solidFill>
                  <a:latin typeface="Arial" pitchFamily="34" charset="0"/>
                </a:defRPr>
              </a:lvl4pPr>
              <a:lvl5pPr marL="2057400" indent="-228600" eaLnBrk="0" hangingPunct="0">
                <a:spcBef>
                  <a:spcPct val="20000"/>
                </a:spcBef>
                <a:buChar char="»"/>
                <a:defRPr sz="2000">
                  <a:solidFill>
                    <a:schemeClr val="tx1"/>
                  </a:solidFill>
                  <a:latin typeface="Arial" pitchFamily="34" charset="0"/>
                </a:defRPr>
              </a:lvl5pPr>
              <a:lvl6pPr marL="2514600" indent="-228600" eaLnBrk="0" fontAlgn="base" hangingPunct="0">
                <a:spcBef>
                  <a:spcPct val="20000"/>
                </a:spcBef>
                <a:spcAft>
                  <a:spcPct val="0"/>
                </a:spcAft>
                <a:buChar char="»"/>
                <a:defRPr sz="2000">
                  <a:solidFill>
                    <a:schemeClr val="tx1"/>
                  </a:solidFill>
                  <a:latin typeface="Arial" pitchFamily="34" charset="0"/>
                </a:defRPr>
              </a:lvl6pPr>
              <a:lvl7pPr marL="2971800" indent="-228600" eaLnBrk="0" fontAlgn="base" hangingPunct="0">
                <a:spcBef>
                  <a:spcPct val="20000"/>
                </a:spcBef>
                <a:spcAft>
                  <a:spcPct val="0"/>
                </a:spcAft>
                <a:buChar char="»"/>
                <a:defRPr sz="2000">
                  <a:solidFill>
                    <a:schemeClr val="tx1"/>
                  </a:solidFill>
                  <a:latin typeface="Arial" pitchFamily="34" charset="0"/>
                </a:defRPr>
              </a:lvl7pPr>
              <a:lvl8pPr marL="3429000" indent="-228600" eaLnBrk="0" fontAlgn="base" hangingPunct="0">
                <a:spcBef>
                  <a:spcPct val="20000"/>
                </a:spcBef>
                <a:spcAft>
                  <a:spcPct val="0"/>
                </a:spcAft>
                <a:buChar char="»"/>
                <a:defRPr sz="2000">
                  <a:solidFill>
                    <a:schemeClr val="tx1"/>
                  </a:solidFill>
                  <a:latin typeface="Arial" pitchFamily="34" charset="0"/>
                </a:defRPr>
              </a:lvl8pPr>
              <a:lvl9pPr marL="3886200" indent="-228600" eaLnBrk="0" fontAlgn="base" hangingPunct="0">
                <a:spcBef>
                  <a:spcPct val="20000"/>
                </a:spcBef>
                <a:spcAft>
                  <a:spcPct val="0"/>
                </a:spcAft>
                <a:buChar char="»"/>
                <a:defRPr sz="2000">
                  <a:solidFill>
                    <a:schemeClr val="tx1"/>
                  </a:solidFill>
                  <a:latin typeface="Arial" pitchFamily="34" charset="0"/>
                </a:defRPr>
              </a:lvl9pPr>
            </a:lstStyle>
            <a:p>
              <a:pPr algn="ctr" eaLnBrk="1" hangingPunct="1">
                <a:spcBef>
                  <a:spcPct val="0"/>
                </a:spcBef>
                <a:buFontTx/>
                <a:buNone/>
              </a:pPr>
              <a:r>
                <a:rPr lang="en-US" altLang="en-US" sz="1800" b="1">
                  <a:solidFill>
                    <a:schemeClr val="bg1"/>
                  </a:solidFill>
                  <a:latin typeface="Sans Serif Collection" panose="020B0502040504020204" pitchFamily="34" charset="0"/>
                  <a:ea typeface="Sans Serif Collection" panose="020B0502040504020204" pitchFamily="34" charset="0"/>
                  <a:cs typeface="Sans Serif Collection" panose="020B0502040504020204" pitchFamily="34" charset="0"/>
                </a:rPr>
                <a:t>Cold shock microarray data from wt and TF deletion strains</a:t>
              </a:r>
              <a:endParaRPr lang="en-US" altLang="en-US" sz="1800" b="1" dirty="0">
                <a:solidFill>
                  <a:schemeClr val="bg1"/>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grpSp>
      <p:cxnSp>
        <p:nvCxnSpPr>
          <p:cNvPr id="98" name="Straight Arrow Connector 97"/>
          <p:cNvCxnSpPr/>
          <p:nvPr/>
        </p:nvCxnSpPr>
        <p:spPr bwMode="auto">
          <a:xfrm>
            <a:off x="7155728" y="8216997"/>
            <a:ext cx="1130300" cy="685800"/>
          </a:xfrm>
          <a:prstGeom prst="straightConnector1">
            <a:avLst/>
          </a:prstGeom>
          <a:ln w="57150">
            <a:solidFill>
              <a:schemeClr val="tx1"/>
            </a:solidFill>
            <a:headEnd type="none" w="med" len="med"/>
            <a:tailEnd type="arrow"/>
          </a:ln>
        </p:spPr>
        <p:style>
          <a:lnRef idx="1">
            <a:schemeClr val="dk1"/>
          </a:lnRef>
          <a:fillRef idx="0">
            <a:schemeClr val="dk1"/>
          </a:fillRef>
          <a:effectRef idx="0">
            <a:schemeClr val="dk1"/>
          </a:effectRef>
          <a:fontRef idx="minor">
            <a:schemeClr val="tx1"/>
          </a:fontRef>
        </p:style>
      </p:cxnSp>
      <p:cxnSp>
        <p:nvCxnSpPr>
          <p:cNvPr id="99" name="Straight Arrow Connector 98"/>
          <p:cNvCxnSpPr/>
          <p:nvPr/>
        </p:nvCxnSpPr>
        <p:spPr bwMode="auto">
          <a:xfrm>
            <a:off x="8445523" y="10155659"/>
            <a:ext cx="0" cy="609600"/>
          </a:xfrm>
          <a:prstGeom prst="straightConnector1">
            <a:avLst/>
          </a:prstGeom>
          <a:ln w="57150">
            <a:solidFill>
              <a:schemeClr val="tx1"/>
            </a:solidFill>
            <a:headEnd type="none" w="med" len="med"/>
            <a:tailEnd type="arrow"/>
          </a:ln>
        </p:spPr>
        <p:style>
          <a:lnRef idx="1">
            <a:schemeClr val="dk1"/>
          </a:lnRef>
          <a:fillRef idx="0">
            <a:schemeClr val="dk1"/>
          </a:fillRef>
          <a:effectRef idx="0">
            <a:schemeClr val="dk1"/>
          </a:effectRef>
          <a:fontRef idx="minor">
            <a:schemeClr val="tx1"/>
          </a:fontRef>
        </p:style>
      </p:cxnSp>
      <p:grpSp>
        <p:nvGrpSpPr>
          <p:cNvPr id="46" name="Group 45"/>
          <p:cNvGrpSpPr/>
          <p:nvPr/>
        </p:nvGrpSpPr>
        <p:grpSpPr>
          <a:xfrm>
            <a:off x="7190616" y="9096340"/>
            <a:ext cx="2509815" cy="923619"/>
            <a:chOff x="7190616" y="8829640"/>
            <a:chExt cx="2509815" cy="923619"/>
          </a:xfrm>
        </p:grpSpPr>
        <p:sp>
          <p:nvSpPr>
            <p:cNvPr id="101" name="Rounded Rectangle 1"/>
            <p:cNvSpPr>
              <a:spLocks noChangeArrowheads="1"/>
            </p:cNvSpPr>
            <p:nvPr/>
          </p:nvSpPr>
          <p:spPr bwMode="auto">
            <a:xfrm>
              <a:off x="7190616" y="8829640"/>
              <a:ext cx="2509815" cy="923619"/>
            </a:xfrm>
            <a:prstGeom prst="roundRect">
              <a:avLst>
                <a:gd name="adj" fmla="val 16667"/>
              </a:avLst>
            </a:prstGeom>
            <a:solidFill>
              <a:srgbClr val="16693F"/>
            </a:solidFill>
            <a:ln>
              <a:solidFill>
                <a:srgbClr val="16693F"/>
              </a:solidFill>
            </a:ln>
          </p:spPr>
          <p:txBody>
            <a:bodyPr/>
            <a:lstStyle>
              <a:lvl1pPr eaLnBrk="0" hangingPunct="0">
                <a:defRPr sz="2400" b="1">
                  <a:solidFill>
                    <a:schemeClr val="tx1"/>
                  </a:solidFill>
                  <a:latin typeface="Arial" pitchFamily="34" charset="0"/>
                </a:defRPr>
              </a:lvl1pPr>
              <a:lvl2pPr marL="742950" indent="-285750" eaLnBrk="0" hangingPunct="0">
                <a:defRPr sz="2400" b="1">
                  <a:solidFill>
                    <a:schemeClr val="tx1"/>
                  </a:solidFill>
                  <a:latin typeface="Arial" pitchFamily="34" charset="0"/>
                </a:defRPr>
              </a:lvl2pPr>
              <a:lvl3pPr marL="1143000" indent="-228600" eaLnBrk="0" hangingPunct="0">
                <a:defRPr sz="2400" b="1">
                  <a:solidFill>
                    <a:schemeClr val="tx1"/>
                  </a:solidFill>
                  <a:latin typeface="Arial" pitchFamily="34" charset="0"/>
                </a:defRPr>
              </a:lvl3pPr>
              <a:lvl4pPr marL="1600200" indent="-228600" eaLnBrk="0" hangingPunct="0">
                <a:defRPr sz="2400" b="1">
                  <a:solidFill>
                    <a:schemeClr val="tx1"/>
                  </a:solidFill>
                  <a:latin typeface="Arial" pitchFamily="34" charset="0"/>
                </a:defRPr>
              </a:lvl4pPr>
              <a:lvl5pPr marL="2057400" indent="-228600" eaLnBrk="0" hangingPunct="0">
                <a:defRPr sz="2400" b="1">
                  <a:solidFill>
                    <a:schemeClr val="tx1"/>
                  </a:solidFill>
                  <a:latin typeface="Arial" pitchFamily="34" charset="0"/>
                </a:defRPr>
              </a:lvl5pPr>
              <a:lvl6pPr marL="2514600" indent="-228600" eaLnBrk="0" fontAlgn="base" hangingPunct="0">
                <a:spcBef>
                  <a:spcPct val="0"/>
                </a:spcBef>
                <a:spcAft>
                  <a:spcPct val="0"/>
                </a:spcAft>
                <a:defRPr sz="2400" b="1">
                  <a:solidFill>
                    <a:schemeClr val="tx1"/>
                  </a:solidFill>
                  <a:latin typeface="Arial" pitchFamily="34" charset="0"/>
                </a:defRPr>
              </a:lvl6pPr>
              <a:lvl7pPr marL="2971800" indent="-228600" eaLnBrk="0" fontAlgn="base" hangingPunct="0">
                <a:spcBef>
                  <a:spcPct val="0"/>
                </a:spcBef>
                <a:spcAft>
                  <a:spcPct val="0"/>
                </a:spcAft>
                <a:defRPr sz="2400" b="1">
                  <a:solidFill>
                    <a:schemeClr val="tx1"/>
                  </a:solidFill>
                  <a:latin typeface="Arial" pitchFamily="34" charset="0"/>
                </a:defRPr>
              </a:lvl7pPr>
              <a:lvl8pPr marL="3429000" indent="-228600" eaLnBrk="0" fontAlgn="base" hangingPunct="0">
                <a:spcBef>
                  <a:spcPct val="0"/>
                </a:spcBef>
                <a:spcAft>
                  <a:spcPct val="0"/>
                </a:spcAft>
                <a:defRPr sz="2400" b="1">
                  <a:solidFill>
                    <a:schemeClr val="tx1"/>
                  </a:solidFill>
                  <a:latin typeface="Arial" pitchFamily="34" charset="0"/>
                </a:defRPr>
              </a:lvl8pPr>
              <a:lvl9pPr marL="3886200" indent="-228600" eaLnBrk="0" fontAlgn="base" hangingPunct="0">
                <a:spcBef>
                  <a:spcPct val="0"/>
                </a:spcBef>
                <a:spcAft>
                  <a:spcPct val="0"/>
                </a:spcAft>
                <a:defRPr sz="2400" b="1">
                  <a:solidFill>
                    <a:schemeClr val="tx1"/>
                  </a:solidFill>
                  <a:latin typeface="Arial" pitchFamily="34" charset="0"/>
                </a:defRPr>
              </a:lvl9pPr>
            </a:lstStyle>
            <a:p>
              <a:pPr eaLnBrk="1" hangingPunct="1"/>
              <a:endParaRPr lang="en-US" altLang="en-US">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
          <p:nvSpPr>
            <p:cNvPr id="102" name="TextBox 5"/>
            <p:cNvSpPr txBox="1">
              <a:spLocks noChangeArrowheads="1"/>
            </p:cNvSpPr>
            <p:nvPr/>
          </p:nvSpPr>
          <p:spPr bwMode="auto">
            <a:xfrm>
              <a:off x="7293792" y="8829784"/>
              <a:ext cx="2303463" cy="923330"/>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spcBef>
                  <a:spcPct val="20000"/>
                </a:spcBef>
                <a:buChar char="•"/>
                <a:defRPr sz="3200">
                  <a:solidFill>
                    <a:schemeClr val="tx1"/>
                  </a:solidFill>
                  <a:latin typeface="Arial" pitchFamily="34" charset="0"/>
                </a:defRPr>
              </a:lvl1pPr>
              <a:lvl2pPr marL="742950" indent="-285750" eaLnBrk="0" hangingPunct="0">
                <a:spcBef>
                  <a:spcPct val="20000"/>
                </a:spcBef>
                <a:buChar char="–"/>
                <a:defRPr sz="2800">
                  <a:solidFill>
                    <a:schemeClr val="tx1"/>
                  </a:solidFill>
                  <a:latin typeface="Arial" pitchFamily="34" charset="0"/>
                </a:defRPr>
              </a:lvl2pPr>
              <a:lvl3pPr marL="1143000" indent="-228600" eaLnBrk="0" hangingPunct="0">
                <a:spcBef>
                  <a:spcPct val="20000"/>
                </a:spcBef>
                <a:buChar char="•"/>
                <a:defRPr sz="2400">
                  <a:solidFill>
                    <a:schemeClr val="tx1"/>
                  </a:solidFill>
                  <a:latin typeface="Arial" pitchFamily="34" charset="0"/>
                </a:defRPr>
              </a:lvl3pPr>
              <a:lvl4pPr marL="1600200" indent="-228600" eaLnBrk="0" hangingPunct="0">
                <a:spcBef>
                  <a:spcPct val="20000"/>
                </a:spcBef>
                <a:buChar char="–"/>
                <a:defRPr sz="2000">
                  <a:solidFill>
                    <a:schemeClr val="tx1"/>
                  </a:solidFill>
                  <a:latin typeface="Arial" pitchFamily="34" charset="0"/>
                </a:defRPr>
              </a:lvl4pPr>
              <a:lvl5pPr marL="2057400" indent="-228600" eaLnBrk="0" hangingPunct="0">
                <a:spcBef>
                  <a:spcPct val="20000"/>
                </a:spcBef>
                <a:buChar char="»"/>
                <a:defRPr sz="2000">
                  <a:solidFill>
                    <a:schemeClr val="tx1"/>
                  </a:solidFill>
                  <a:latin typeface="Arial" pitchFamily="34" charset="0"/>
                </a:defRPr>
              </a:lvl5pPr>
              <a:lvl6pPr marL="2514600" indent="-228600" eaLnBrk="0" fontAlgn="base" hangingPunct="0">
                <a:spcBef>
                  <a:spcPct val="20000"/>
                </a:spcBef>
                <a:spcAft>
                  <a:spcPct val="0"/>
                </a:spcAft>
                <a:buChar char="»"/>
                <a:defRPr sz="2000">
                  <a:solidFill>
                    <a:schemeClr val="tx1"/>
                  </a:solidFill>
                  <a:latin typeface="Arial" pitchFamily="34" charset="0"/>
                </a:defRPr>
              </a:lvl6pPr>
              <a:lvl7pPr marL="2971800" indent="-228600" eaLnBrk="0" fontAlgn="base" hangingPunct="0">
                <a:spcBef>
                  <a:spcPct val="20000"/>
                </a:spcBef>
                <a:spcAft>
                  <a:spcPct val="0"/>
                </a:spcAft>
                <a:buChar char="»"/>
                <a:defRPr sz="2000">
                  <a:solidFill>
                    <a:schemeClr val="tx1"/>
                  </a:solidFill>
                  <a:latin typeface="Arial" pitchFamily="34" charset="0"/>
                </a:defRPr>
              </a:lvl7pPr>
              <a:lvl8pPr marL="3429000" indent="-228600" eaLnBrk="0" fontAlgn="base" hangingPunct="0">
                <a:spcBef>
                  <a:spcPct val="20000"/>
                </a:spcBef>
                <a:spcAft>
                  <a:spcPct val="0"/>
                </a:spcAft>
                <a:buChar char="»"/>
                <a:defRPr sz="2000">
                  <a:solidFill>
                    <a:schemeClr val="tx1"/>
                  </a:solidFill>
                  <a:latin typeface="Arial" pitchFamily="34" charset="0"/>
                </a:defRPr>
              </a:lvl8pPr>
              <a:lvl9pPr marL="3886200" indent="-228600" eaLnBrk="0" fontAlgn="base" hangingPunct="0">
                <a:spcBef>
                  <a:spcPct val="20000"/>
                </a:spcBef>
                <a:spcAft>
                  <a:spcPct val="0"/>
                </a:spcAft>
                <a:buChar char="»"/>
                <a:defRPr sz="2000">
                  <a:solidFill>
                    <a:schemeClr val="tx1"/>
                  </a:solidFill>
                  <a:latin typeface="Arial" pitchFamily="34" charset="0"/>
                </a:defRPr>
              </a:lvl9pPr>
            </a:lstStyle>
            <a:p>
              <a:pPr algn="ctr" eaLnBrk="1" hangingPunct="1">
                <a:spcBef>
                  <a:spcPct val="0"/>
                </a:spcBef>
                <a:buFontTx/>
                <a:buNone/>
              </a:pPr>
              <a:r>
                <a:rPr lang="en-US" altLang="en-US" sz="1800" b="1">
                  <a:solidFill>
                    <a:schemeClr val="bg1"/>
                  </a:solidFill>
                  <a:latin typeface="Sans Serif Collection" panose="020B0502040504020204" pitchFamily="34" charset="0"/>
                  <a:ea typeface="Sans Serif Collection" panose="020B0502040504020204" pitchFamily="34" charset="0"/>
                  <a:cs typeface="Sans Serif Collection" panose="020B0502040504020204" pitchFamily="34" charset="0"/>
                </a:rPr>
                <a:t>Normalization, statistical analysis, clustering</a:t>
              </a:r>
              <a:endParaRPr lang="en-US" altLang="en-US" sz="1800" b="1" dirty="0">
                <a:solidFill>
                  <a:schemeClr val="bg1"/>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grpSp>
      <p:grpSp>
        <p:nvGrpSpPr>
          <p:cNvPr id="103" name="Group 102"/>
          <p:cNvGrpSpPr/>
          <p:nvPr/>
        </p:nvGrpSpPr>
        <p:grpSpPr>
          <a:xfrm>
            <a:off x="7190616" y="10919715"/>
            <a:ext cx="2509815" cy="923619"/>
            <a:chOff x="6217511" y="4545708"/>
            <a:chExt cx="2509815" cy="923619"/>
          </a:xfrm>
        </p:grpSpPr>
        <p:sp>
          <p:nvSpPr>
            <p:cNvPr id="104" name="Rounded Rectangle 1"/>
            <p:cNvSpPr>
              <a:spLocks noChangeArrowheads="1"/>
            </p:cNvSpPr>
            <p:nvPr/>
          </p:nvSpPr>
          <p:spPr bwMode="auto">
            <a:xfrm>
              <a:off x="6217511" y="4545708"/>
              <a:ext cx="2509815" cy="923619"/>
            </a:xfrm>
            <a:prstGeom prst="roundRect">
              <a:avLst>
                <a:gd name="adj" fmla="val 22423"/>
              </a:avLst>
            </a:prstGeom>
            <a:solidFill>
              <a:srgbClr val="16693F"/>
            </a:solidFill>
            <a:ln>
              <a:noFill/>
            </a:ln>
          </p:spPr>
          <p:txBody>
            <a:bodyPr/>
            <a:lstStyle>
              <a:lvl1pPr eaLnBrk="0" hangingPunct="0">
                <a:defRPr sz="2400" b="1">
                  <a:solidFill>
                    <a:schemeClr val="tx1"/>
                  </a:solidFill>
                  <a:latin typeface="Arial" pitchFamily="34" charset="0"/>
                </a:defRPr>
              </a:lvl1pPr>
              <a:lvl2pPr marL="742950" indent="-285750" eaLnBrk="0" hangingPunct="0">
                <a:defRPr sz="2400" b="1">
                  <a:solidFill>
                    <a:schemeClr val="tx1"/>
                  </a:solidFill>
                  <a:latin typeface="Arial" pitchFamily="34" charset="0"/>
                </a:defRPr>
              </a:lvl2pPr>
              <a:lvl3pPr marL="1143000" indent="-228600" eaLnBrk="0" hangingPunct="0">
                <a:defRPr sz="2400" b="1">
                  <a:solidFill>
                    <a:schemeClr val="tx1"/>
                  </a:solidFill>
                  <a:latin typeface="Arial" pitchFamily="34" charset="0"/>
                </a:defRPr>
              </a:lvl3pPr>
              <a:lvl4pPr marL="1600200" indent="-228600" eaLnBrk="0" hangingPunct="0">
                <a:defRPr sz="2400" b="1">
                  <a:solidFill>
                    <a:schemeClr val="tx1"/>
                  </a:solidFill>
                  <a:latin typeface="Arial" pitchFamily="34" charset="0"/>
                </a:defRPr>
              </a:lvl4pPr>
              <a:lvl5pPr marL="2057400" indent="-228600" eaLnBrk="0" hangingPunct="0">
                <a:defRPr sz="2400" b="1">
                  <a:solidFill>
                    <a:schemeClr val="tx1"/>
                  </a:solidFill>
                  <a:latin typeface="Arial" pitchFamily="34" charset="0"/>
                </a:defRPr>
              </a:lvl5pPr>
              <a:lvl6pPr marL="2514600" indent="-228600" eaLnBrk="0" fontAlgn="base" hangingPunct="0">
                <a:spcBef>
                  <a:spcPct val="0"/>
                </a:spcBef>
                <a:spcAft>
                  <a:spcPct val="0"/>
                </a:spcAft>
                <a:defRPr sz="2400" b="1">
                  <a:solidFill>
                    <a:schemeClr val="tx1"/>
                  </a:solidFill>
                  <a:latin typeface="Arial" pitchFamily="34" charset="0"/>
                </a:defRPr>
              </a:lvl6pPr>
              <a:lvl7pPr marL="2971800" indent="-228600" eaLnBrk="0" fontAlgn="base" hangingPunct="0">
                <a:spcBef>
                  <a:spcPct val="0"/>
                </a:spcBef>
                <a:spcAft>
                  <a:spcPct val="0"/>
                </a:spcAft>
                <a:defRPr sz="2400" b="1">
                  <a:solidFill>
                    <a:schemeClr val="tx1"/>
                  </a:solidFill>
                  <a:latin typeface="Arial" pitchFamily="34" charset="0"/>
                </a:defRPr>
              </a:lvl7pPr>
              <a:lvl8pPr marL="3429000" indent="-228600" eaLnBrk="0" fontAlgn="base" hangingPunct="0">
                <a:spcBef>
                  <a:spcPct val="0"/>
                </a:spcBef>
                <a:spcAft>
                  <a:spcPct val="0"/>
                </a:spcAft>
                <a:defRPr sz="2400" b="1">
                  <a:solidFill>
                    <a:schemeClr val="tx1"/>
                  </a:solidFill>
                  <a:latin typeface="Arial" pitchFamily="34" charset="0"/>
                </a:defRPr>
              </a:lvl8pPr>
              <a:lvl9pPr marL="3886200" indent="-228600" eaLnBrk="0" fontAlgn="base" hangingPunct="0">
                <a:spcBef>
                  <a:spcPct val="0"/>
                </a:spcBef>
                <a:spcAft>
                  <a:spcPct val="0"/>
                </a:spcAft>
                <a:defRPr sz="2400" b="1">
                  <a:solidFill>
                    <a:schemeClr val="tx1"/>
                  </a:solidFill>
                  <a:latin typeface="Arial" pitchFamily="34" charset="0"/>
                </a:defRPr>
              </a:lvl9pPr>
            </a:lstStyle>
            <a:p>
              <a:pPr eaLnBrk="1" hangingPunct="1"/>
              <a:endParaRPr lang="en-US" altLang="en-US">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
          <p:nvSpPr>
            <p:cNvPr id="105" name="TextBox 5"/>
            <p:cNvSpPr txBox="1">
              <a:spLocks noChangeArrowheads="1"/>
            </p:cNvSpPr>
            <p:nvPr/>
          </p:nvSpPr>
          <p:spPr bwMode="auto">
            <a:xfrm>
              <a:off x="6269099" y="4545852"/>
              <a:ext cx="2406639"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ct val="20000"/>
                </a:spcBef>
                <a:buChar char="•"/>
                <a:defRPr sz="3200">
                  <a:solidFill>
                    <a:schemeClr val="tx1"/>
                  </a:solidFill>
                  <a:latin typeface="Arial" pitchFamily="34" charset="0"/>
                </a:defRPr>
              </a:lvl1pPr>
              <a:lvl2pPr marL="742950" indent="-285750" eaLnBrk="0" hangingPunct="0">
                <a:spcBef>
                  <a:spcPct val="20000"/>
                </a:spcBef>
                <a:buChar char="–"/>
                <a:defRPr sz="2800">
                  <a:solidFill>
                    <a:schemeClr val="tx1"/>
                  </a:solidFill>
                  <a:latin typeface="Arial" pitchFamily="34" charset="0"/>
                </a:defRPr>
              </a:lvl2pPr>
              <a:lvl3pPr marL="1143000" indent="-228600" eaLnBrk="0" hangingPunct="0">
                <a:spcBef>
                  <a:spcPct val="20000"/>
                </a:spcBef>
                <a:buChar char="•"/>
                <a:defRPr sz="2400">
                  <a:solidFill>
                    <a:schemeClr val="tx1"/>
                  </a:solidFill>
                  <a:latin typeface="Arial" pitchFamily="34" charset="0"/>
                </a:defRPr>
              </a:lvl3pPr>
              <a:lvl4pPr marL="1600200" indent="-228600" eaLnBrk="0" hangingPunct="0">
                <a:spcBef>
                  <a:spcPct val="20000"/>
                </a:spcBef>
                <a:buChar char="–"/>
                <a:defRPr sz="2000">
                  <a:solidFill>
                    <a:schemeClr val="tx1"/>
                  </a:solidFill>
                  <a:latin typeface="Arial" pitchFamily="34" charset="0"/>
                </a:defRPr>
              </a:lvl4pPr>
              <a:lvl5pPr marL="2057400" indent="-228600" eaLnBrk="0" hangingPunct="0">
                <a:spcBef>
                  <a:spcPct val="20000"/>
                </a:spcBef>
                <a:buChar char="»"/>
                <a:defRPr sz="2000">
                  <a:solidFill>
                    <a:schemeClr val="tx1"/>
                  </a:solidFill>
                  <a:latin typeface="Arial" pitchFamily="34" charset="0"/>
                </a:defRPr>
              </a:lvl5pPr>
              <a:lvl6pPr marL="2514600" indent="-228600" eaLnBrk="0" fontAlgn="base" hangingPunct="0">
                <a:spcBef>
                  <a:spcPct val="20000"/>
                </a:spcBef>
                <a:spcAft>
                  <a:spcPct val="0"/>
                </a:spcAft>
                <a:buChar char="»"/>
                <a:defRPr sz="2000">
                  <a:solidFill>
                    <a:schemeClr val="tx1"/>
                  </a:solidFill>
                  <a:latin typeface="Arial" pitchFamily="34" charset="0"/>
                </a:defRPr>
              </a:lvl6pPr>
              <a:lvl7pPr marL="2971800" indent="-228600" eaLnBrk="0" fontAlgn="base" hangingPunct="0">
                <a:spcBef>
                  <a:spcPct val="20000"/>
                </a:spcBef>
                <a:spcAft>
                  <a:spcPct val="0"/>
                </a:spcAft>
                <a:buChar char="»"/>
                <a:defRPr sz="2000">
                  <a:solidFill>
                    <a:schemeClr val="tx1"/>
                  </a:solidFill>
                  <a:latin typeface="Arial" pitchFamily="34" charset="0"/>
                </a:defRPr>
              </a:lvl7pPr>
              <a:lvl8pPr marL="3429000" indent="-228600" eaLnBrk="0" fontAlgn="base" hangingPunct="0">
                <a:spcBef>
                  <a:spcPct val="20000"/>
                </a:spcBef>
                <a:spcAft>
                  <a:spcPct val="0"/>
                </a:spcAft>
                <a:buChar char="»"/>
                <a:defRPr sz="2000">
                  <a:solidFill>
                    <a:schemeClr val="tx1"/>
                  </a:solidFill>
                  <a:latin typeface="Arial" pitchFamily="34" charset="0"/>
                </a:defRPr>
              </a:lvl8pPr>
              <a:lvl9pPr marL="3886200" indent="-228600" eaLnBrk="0" fontAlgn="base" hangingPunct="0">
                <a:spcBef>
                  <a:spcPct val="20000"/>
                </a:spcBef>
                <a:spcAft>
                  <a:spcPct val="0"/>
                </a:spcAft>
                <a:buChar char="»"/>
                <a:defRPr sz="2000">
                  <a:solidFill>
                    <a:schemeClr val="tx1"/>
                  </a:solidFill>
                  <a:latin typeface="Arial" pitchFamily="34" charset="0"/>
                </a:defRPr>
              </a:lvl9pPr>
            </a:lstStyle>
            <a:p>
              <a:pPr algn="ctr" eaLnBrk="1" hangingPunct="1">
                <a:spcBef>
                  <a:spcPct val="0"/>
                </a:spcBef>
                <a:buFontTx/>
                <a:buNone/>
              </a:pPr>
              <a:r>
                <a:rPr lang="en-US" altLang="en-US" sz="1800" b="1">
                  <a:solidFill>
                    <a:schemeClr val="bg1"/>
                  </a:solidFill>
                  <a:latin typeface="Sans Serif Collection" panose="020B0502040504020204" pitchFamily="34" charset="0"/>
                  <a:ea typeface="Sans Serif Collection" panose="020B0502040504020204" pitchFamily="34" charset="0"/>
                  <a:cs typeface="Sans Serif Collection" panose="020B0502040504020204" pitchFamily="34" charset="0"/>
                </a:rPr>
                <a:t>Derivation of gene regulatory networks from databases</a:t>
              </a:r>
              <a:endParaRPr lang="en-US" altLang="en-US" sz="1800" b="1" dirty="0">
                <a:solidFill>
                  <a:schemeClr val="bg1"/>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grpSp>
      <p:grpSp>
        <p:nvGrpSpPr>
          <p:cNvPr id="106" name="Group 105"/>
          <p:cNvGrpSpPr/>
          <p:nvPr/>
        </p:nvGrpSpPr>
        <p:grpSpPr>
          <a:xfrm>
            <a:off x="4334126" y="12170810"/>
            <a:ext cx="2509815" cy="923619"/>
            <a:chOff x="3313295" y="5796803"/>
            <a:chExt cx="2509815" cy="923619"/>
          </a:xfrm>
        </p:grpSpPr>
        <p:sp>
          <p:nvSpPr>
            <p:cNvPr id="107" name="Rounded Rectangle 1"/>
            <p:cNvSpPr>
              <a:spLocks noChangeArrowheads="1"/>
            </p:cNvSpPr>
            <p:nvPr/>
          </p:nvSpPr>
          <p:spPr bwMode="auto">
            <a:xfrm>
              <a:off x="3313295" y="5796803"/>
              <a:ext cx="2509815" cy="923619"/>
            </a:xfrm>
            <a:prstGeom prst="roundRect">
              <a:avLst>
                <a:gd name="adj" fmla="val 16667"/>
              </a:avLst>
            </a:prstGeom>
            <a:solidFill>
              <a:srgbClr val="16693F"/>
            </a:solidFill>
            <a:ln>
              <a:noFill/>
            </a:ln>
          </p:spPr>
          <p:txBody>
            <a:bodyPr/>
            <a:lstStyle>
              <a:lvl1pPr eaLnBrk="0" hangingPunct="0">
                <a:defRPr sz="2400" b="1">
                  <a:solidFill>
                    <a:schemeClr val="tx1"/>
                  </a:solidFill>
                  <a:latin typeface="Arial" pitchFamily="34" charset="0"/>
                </a:defRPr>
              </a:lvl1pPr>
              <a:lvl2pPr marL="742950" indent="-285750" eaLnBrk="0" hangingPunct="0">
                <a:defRPr sz="2400" b="1">
                  <a:solidFill>
                    <a:schemeClr val="tx1"/>
                  </a:solidFill>
                  <a:latin typeface="Arial" pitchFamily="34" charset="0"/>
                </a:defRPr>
              </a:lvl2pPr>
              <a:lvl3pPr marL="1143000" indent="-228600" eaLnBrk="0" hangingPunct="0">
                <a:defRPr sz="2400" b="1">
                  <a:solidFill>
                    <a:schemeClr val="tx1"/>
                  </a:solidFill>
                  <a:latin typeface="Arial" pitchFamily="34" charset="0"/>
                </a:defRPr>
              </a:lvl3pPr>
              <a:lvl4pPr marL="1600200" indent="-228600" eaLnBrk="0" hangingPunct="0">
                <a:defRPr sz="2400" b="1">
                  <a:solidFill>
                    <a:schemeClr val="tx1"/>
                  </a:solidFill>
                  <a:latin typeface="Arial" pitchFamily="34" charset="0"/>
                </a:defRPr>
              </a:lvl4pPr>
              <a:lvl5pPr marL="2057400" indent="-228600" eaLnBrk="0" hangingPunct="0">
                <a:defRPr sz="2400" b="1">
                  <a:solidFill>
                    <a:schemeClr val="tx1"/>
                  </a:solidFill>
                  <a:latin typeface="Arial" pitchFamily="34" charset="0"/>
                </a:defRPr>
              </a:lvl5pPr>
              <a:lvl6pPr marL="2514600" indent="-228600" eaLnBrk="0" fontAlgn="base" hangingPunct="0">
                <a:spcBef>
                  <a:spcPct val="0"/>
                </a:spcBef>
                <a:spcAft>
                  <a:spcPct val="0"/>
                </a:spcAft>
                <a:defRPr sz="2400" b="1">
                  <a:solidFill>
                    <a:schemeClr val="tx1"/>
                  </a:solidFill>
                  <a:latin typeface="Arial" pitchFamily="34" charset="0"/>
                </a:defRPr>
              </a:lvl6pPr>
              <a:lvl7pPr marL="2971800" indent="-228600" eaLnBrk="0" fontAlgn="base" hangingPunct="0">
                <a:spcBef>
                  <a:spcPct val="0"/>
                </a:spcBef>
                <a:spcAft>
                  <a:spcPct val="0"/>
                </a:spcAft>
                <a:defRPr sz="2400" b="1">
                  <a:solidFill>
                    <a:schemeClr val="tx1"/>
                  </a:solidFill>
                  <a:latin typeface="Arial" pitchFamily="34" charset="0"/>
                </a:defRPr>
              </a:lvl7pPr>
              <a:lvl8pPr marL="3429000" indent="-228600" eaLnBrk="0" fontAlgn="base" hangingPunct="0">
                <a:spcBef>
                  <a:spcPct val="0"/>
                </a:spcBef>
                <a:spcAft>
                  <a:spcPct val="0"/>
                </a:spcAft>
                <a:defRPr sz="2400" b="1">
                  <a:solidFill>
                    <a:schemeClr val="tx1"/>
                  </a:solidFill>
                  <a:latin typeface="Arial" pitchFamily="34" charset="0"/>
                </a:defRPr>
              </a:lvl8pPr>
              <a:lvl9pPr marL="3886200" indent="-228600" eaLnBrk="0" fontAlgn="base" hangingPunct="0">
                <a:spcBef>
                  <a:spcPct val="0"/>
                </a:spcBef>
                <a:spcAft>
                  <a:spcPct val="0"/>
                </a:spcAft>
                <a:defRPr sz="2400" b="1">
                  <a:solidFill>
                    <a:schemeClr val="tx1"/>
                  </a:solidFill>
                  <a:latin typeface="Arial" pitchFamily="34" charset="0"/>
                </a:defRPr>
              </a:lvl9pPr>
            </a:lstStyle>
            <a:p>
              <a:pPr eaLnBrk="1" hangingPunct="1"/>
              <a:endParaRPr lang="en-US" altLang="en-US">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
          <p:nvSpPr>
            <p:cNvPr id="108" name="TextBox 5"/>
            <p:cNvSpPr txBox="1">
              <a:spLocks noChangeArrowheads="1"/>
            </p:cNvSpPr>
            <p:nvPr/>
          </p:nvSpPr>
          <p:spPr bwMode="auto">
            <a:xfrm>
              <a:off x="3313295" y="5796947"/>
              <a:ext cx="2509815"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ct val="20000"/>
                </a:spcBef>
                <a:buChar char="•"/>
                <a:defRPr sz="3200">
                  <a:solidFill>
                    <a:schemeClr val="tx1"/>
                  </a:solidFill>
                  <a:latin typeface="Arial" pitchFamily="34" charset="0"/>
                </a:defRPr>
              </a:lvl1pPr>
              <a:lvl2pPr marL="742950" indent="-285750" eaLnBrk="0" hangingPunct="0">
                <a:spcBef>
                  <a:spcPct val="20000"/>
                </a:spcBef>
                <a:buChar char="–"/>
                <a:defRPr sz="2800">
                  <a:solidFill>
                    <a:schemeClr val="tx1"/>
                  </a:solidFill>
                  <a:latin typeface="Arial" pitchFamily="34" charset="0"/>
                </a:defRPr>
              </a:lvl2pPr>
              <a:lvl3pPr marL="1143000" indent="-228600" eaLnBrk="0" hangingPunct="0">
                <a:spcBef>
                  <a:spcPct val="20000"/>
                </a:spcBef>
                <a:buChar char="•"/>
                <a:defRPr sz="2400">
                  <a:solidFill>
                    <a:schemeClr val="tx1"/>
                  </a:solidFill>
                  <a:latin typeface="Arial" pitchFamily="34" charset="0"/>
                </a:defRPr>
              </a:lvl3pPr>
              <a:lvl4pPr marL="1600200" indent="-228600" eaLnBrk="0" hangingPunct="0">
                <a:spcBef>
                  <a:spcPct val="20000"/>
                </a:spcBef>
                <a:buChar char="–"/>
                <a:defRPr sz="2000">
                  <a:solidFill>
                    <a:schemeClr val="tx1"/>
                  </a:solidFill>
                  <a:latin typeface="Arial" pitchFamily="34" charset="0"/>
                </a:defRPr>
              </a:lvl4pPr>
              <a:lvl5pPr marL="2057400" indent="-228600" eaLnBrk="0" hangingPunct="0">
                <a:spcBef>
                  <a:spcPct val="20000"/>
                </a:spcBef>
                <a:buChar char="»"/>
                <a:defRPr sz="2000">
                  <a:solidFill>
                    <a:schemeClr val="tx1"/>
                  </a:solidFill>
                  <a:latin typeface="Arial" pitchFamily="34" charset="0"/>
                </a:defRPr>
              </a:lvl5pPr>
              <a:lvl6pPr marL="2514600" indent="-228600" eaLnBrk="0" fontAlgn="base" hangingPunct="0">
                <a:spcBef>
                  <a:spcPct val="20000"/>
                </a:spcBef>
                <a:spcAft>
                  <a:spcPct val="0"/>
                </a:spcAft>
                <a:buChar char="»"/>
                <a:defRPr sz="2000">
                  <a:solidFill>
                    <a:schemeClr val="tx1"/>
                  </a:solidFill>
                  <a:latin typeface="Arial" pitchFamily="34" charset="0"/>
                </a:defRPr>
              </a:lvl6pPr>
              <a:lvl7pPr marL="2971800" indent="-228600" eaLnBrk="0" fontAlgn="base" hangingPunct="0">
                <a:spcBef>
                  <a:spcPct val="20000"/>
                </a:spcBef>
                <a:spcAft>
                  <a:spcPct val="0"/>
                </a:spcAft>
                <a:buChar char="»"/>
                <a:defRPr sz="2000">
                  <a:solidFill>
                    <a:schemeClr val="tx1"/>
                  </a:solidFill>
                  <a:latin typeface="Arial" pitchFamily="34" charset="0"/>
                </a:defRPr>
              </a:lvl7pPr>
              <a:lvl8pPr marL="3429000" indent="-228600" eaLnBrk="0" fontAlgn="base" hangingPunct="0">
                <a:spcBef>
                  <a:spcPct val="20000"/>
                </a:spcBef>
                <a:spcAft>
                  <a:spcPct val="0"/>
                </a:spcAft>
                <a:buChar char="»"/>
                <a:defRPr sz="2000">
                  <a:solidFill>
                    <a:schemeClr val="tx1"/>
                  </a:solidFill>
                  <a:latin typeface="Arial" pitchFamily="34" charset="0"/>
                </a:defRPr>
              </a:lvl8pPr>
              <a:lvl9pPr marL="3886200" indent="-228600" eaLnBrk="0" fontAlgn="base" hangingPunct="0">
                <a:spcBef>
                  <a:spcPct val="20000"/>
                </a:spcBef>
                <a:spcAft>
                  <a:spcPct val="0"/>
                </a:spcAft>
                <a:buChar char="»"/>
                <a:defRPr sz="2000">
                  <a:solidFill>
                    <a:schemeClr val="tx1"/>
                  </a:solidFill>
                  <a:latin typeface="Arial" pitchFamily="34" charset="0"/>
                </a:defRPr>
              </a:lvl9pPr>
            </a:lstStyle>
            <a:p>
              <a:pPr algn="ctr" eaLnBrk="1" hangingPunct="1">
                <a:spcBef>
                  <a:spcPct val="0"/>
                </a:spcBef>
                <a:buFontTx/>
                <a:buNone/>
              </a:pPr>
              <a:r>
                <a:rPr lang="en-US" altLang="en-US" sz="1800" b="1">
                  <a:solidFill>
                    <a:schemeClr val="bg1"/>
                  </a:solidFill>
                  <a:latin typeface="Sans Serif Collection" panose="020B0502040504020204" pitchFamily="34" charset="0"/>
                  <a:ea typeface="Sans Serif Collection" panose="020B0502040504020204" pitchFamily="34" charset="0"/>
                  <a:cs typeface="Sans Serif Collection" panose="020B0502040504020204" pitchFamily="34" charset="0"/>
                </a:rPr>
                <a:t>Dynamical systems modeling using GRNmap</a:t>
              </a:r>
              <a:endParaRPr lang="en-US" altLang="en-US" sz="1800" b="1" dirty="0">
                <a:solidFill>
                  <a:schemeClr val="bg1"/>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grpSp>
      <p:grpSp>
        <p:nvGrpSpPr>
          <p:cNvPr id="109" name="Group 108"/>
          <p:cNvGrpSpPr/>
          <p:nvPr/>
        </p:nvGrpSpPr>
        <p:grpSpPr>
          <a:xfrm>
            <a:off x="1512811" y="10919715"/>
            <a:ext cx="2509815" cy="923619"/>
            <a:chOff x="534387" y="4504947"/>
            <a:chExt cx="2509815" cy="923619"/>
          </a:xfrm>
        </p:grpSpPr>
        <p:sp>
          <p:nvSpPr>
            <p:cNvPr id="110" name="Rounded Rectangle 1"/>
            <p:cNvSpPr>
              <a:spLocks noChangeArrowheads="1"/>
            </p:cNvSpPr>
            <p:nvPr/>
          </p:nvSpPr>
          <p:spPr bwMode="auto">
            <a:xfrm>
              <a:off x="534387" y="4504947"/>
              <a:ext cx="2509815" cy="923619"/>
            </a:xfrm>
            <a:prstGeom prst="roundRect">
              <a:avLst>
                <a:gd name="adj" fmla="val 16667"/>
              </a:avLst>
            </a:prstGeom>
            <a:solidFill>
              <a:srgbClr val="16693F"/>
            </a:solidFill>
            <a:ln>
              <a:noFill/>
            </a:ln>
          </p:spPr>
          <p:txBody>
            <a:bodyPr/>
            <a:lstStyle>
              <a:lvl1pPr eaLnBrk="0" hangingPunct="0">
                <a:defRPr sz="2400" b="1">
                  <a:solidFill>
                    <a:schemeClr val="tx1"/>
                  </a:solidFill>
                  <a:latin typeface="Arial" pitchFamily="34" charset="0"/>
                </a:defRPr>
              </a:lvl1pPr>
              <a:lvl2pPr marL="742950" indent="-285750" eaLnBrk="0" hangingPunct="0">
                <a:defRPr sz="2400" b="1">
                  <a:solidFill>
                    <a:schemeClr val="tx1"/>
                  </a:solidFill>
                  <a:latin typeface="Arial" pitchFamily="34" charset="0"/>
                </a:defRPr>
              </a:lvl2pPr>
              <a:lvl3pPr marL="1143000" indent="-228600" eaLnBrk="0" hangingPunct="0">
                <a:defRPr sz="2400" b="1">
                  <a:solidFill>
                    <a:schemeClr val="tx1"/>
                  </a:solidFill>
                  <a:latin typeface="Arial" pitchFamily="34" charset="0"/>
                </a:defRPr>
              </a:lvl3pPr>
              <a:lvl4pPr marL="1600200" indent="-228600" eaLnBrk="0" hangingPunct="0">
                <a:defRPr sz="2400" b="1">
                  <a:solidFill>
                    <a:schemeClr val="tx1"/>
                  </a:solidFill>
                  <a:latin typeface="Arial" pitchFamily="34" charset="0"/>
                </a:defRPr>
              </a:lvl4pPr>
              <a:lvl5pPr marL="2057400" indent="-228600" eaLnBrk="0" hangingPunct="0">
                <a:defRPr sz="2400" b="1">
                  <a:solidFill>
                    <a:schemeClr val="tx1"/>
                  </a:solidFill>
                  <a:latin typeface="Arial" pitchFamily="34" charset="0"/>
                </a:defRPr>
              </a:lvl5pPr>
              <a:lvl6pPr marL="2514600" indent="-228600" eaLnBrk="0" fontAlgn="base" hangingPunct="0">
                <a:spcBef>
                  <a:spcPct val="0"/>
                </a:spcBef>
                <a:spcAft>
                  <a:spcPct val="0"/>
                </a:spcAft>
                <a:defRPr sz="2400" b="1">
                  <a:solidFill>
                    <a:schemeClr val="tx1"/>
                  </a:solidFill>
                  <a:latin typeface="Arial" pitchFamily="34" charset="0"/>
                </a:defRPr>
              </a:lvl6pPr>
              <a:lvl7pPr marL="2971800" indent="-228600" eaLnBrk="0" fontAlgn="base" hangingPunct="0">
                <a:spcBef>
                  <a:spcPct val="0"/>
                </a:spcBef>
                <a:spcAft>
                  <a:spcPct val="0"/>
                </a:spcAft>
                <a:defRPr sz="2400" b="1">
                  <a:solidFill>
                    <a:schemeClr val="tx1"/>
                  </a:solidFill>
                  <a:latin typeface="Arial" pitchFamily="34" charset="0"/>
                </a:defRPr>
              </a:lvl7pPr>
              <a:lvl8pPr marL="3429000" indent="-228600" eaLnBrk="0" fontAlgn="base" hangingPunct="0">
                <a:spcBef>
                  <a:spcPct val="0"/>
                </a:spcBef>
                <a:spcAft>
                  <a:spcPct val="0"/>
                </a:spcAft>
                <a:defRPr sz="2400" b="1">
                  <a:solidFill>
                    <a:schemeClr val="tx1"/>
                  </a:solidFill>
                  <a:latin typeface="Arial" pitchFamily="34" charset="0"/>
                </a:defRPr>
              </a:lvl8pPr>
              <a:lvl9pPr marL="3886200" indent="-228600" eaLnBrk="0" fontAlgn="base" hangingPunct="0">
                <a:spcBef>
                  <a:spcPct val="0"/>
                </a:spcBef>
                <a:spcAft>
                  <a:spcPct val="0"/>
                </a:spcAft>
                <a:defRPr sz="2400" b="1">
                  <a:solidFill>
                    <a:schemeClr val="tx1"/>
                  </a:solidFill>
                  <a:latin typeface="Arial" pitchFamily="34" charset="0"/>
                </a:defRPr>
              </a:lvl9pPr>
            </a:lstStyle>
            <a:p>
              <a:pPr eaLnBrk="1" hangingPunct="1"/>
              <a:endParaRPr lang="en-US" altLang="en-US">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
          <p:nvSpPr>
            <p:cNvPr id="111" name="TextBox 5"/>
            <p:cNvSpPr txBox="1">
              <a:spLocks noChangeArrowheads="1"/>
            </p:cNvSpPr>
            <p:nvPr/>
          </p:nvSpPr>
          <p:spPr bwMode="auto">
            <a:xfrm>
              <a:off x="637563" y="4505091"/>
              <a:ext cx="2303463"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itchFamily="34" charset="0"/>
                </a:defRPr>
              </a:lvl1pPr>
              <a:lvl2pPr marL="742950" indent="-285750" eaLnBrk="0" hangingPunct="0">
                <a:spcBef>
                  <a:spcPct val="20000"/>
                </a:spcBef>
                <a:buChar char="–"/>
                <a:defRPr sz="2800">
                  <a:solidFill>
                    <a:schemeClr val="tx1"/>
                  </a:solidFill>
                  <a:latin typeface="Arial" pitchFamily="34" charset="0"/>
                </a:defRPr>
              </a:lvl2pPr>
              <a:lvl3pPr marL="1143000" indent="-228600" eaLnBrk="0" hangingPunct="0">
                <a:spcBef>
                  <a:spcPct val="20000"/>
                </a:spcBef>
                <a:buChar char="•"/>
                <a:defRPr sz="2400">
                  <a:solidFill>
                    <a:schemeClr val="tx1"/>
                  </a:solidFill>
                  <a:latin typeface="Arial" pitchFamily="34" charset="0"/>
                </a:defRPr>
              </a:lvl3pPr>
              <a:lvl4pPr marL="1600200" indent="-228600" eaLnBrk="0" hangingPunct="0">
                <a:spcBef>
                  <a:spcPct val="20000"/>
                </a:spcBef>
                <a:buChar char="–"/>
                <a:defRPr sz="2000">
                  <a:solidFill>
                    <a:schemeClr val="tx1"/>
                  </a:solidFill>
                  <a:latin typeface="Arial" pitchFamily="34" charset="0"/>
                </a:defRPr>
              </a:lvl4pPr>
              <a:lvl5pPr marL="2057400" indent="-228600" eaLnBrk="0" hangingPunct="0">
                <a:spcBef>
                  <a:spcPct val="20000"/>
                </a:spcBef>
                <a:buChar char="»"/>
                <a:defRPr sz="2000">
                  <a:solidFill>
                    <a:schemeClr val="tx1"/>
                  </a:solidFill>
                  <a:latin typeface="Arial" pitchFamily="34" charset="0"/>
                </a:defRPr>
              </a:lvl5pPr>
              <a:lvl6pPr marL="2514600" indent="-228600" eaLnBrk="0" fontAlgn="base" hangingPunct="0">
                <a:spcBef>
                  <a:spcPct val="20000"/>
                </a:spcBef>
                <a:spcAft>
                  <a:spcPct val="0"/>
                </a:spcAft>
                <a:buChar char="»"/>
                <a:defRPr sz="2000">
                  <a:solidFill>
                    <a:schemeClr val="tx1"/>
                  </a:solidFill>
                  <a:latin typeface="Arial" pitchFamily="34" charset="0"/>
                </a:defRPr>
              </a:lvl6pPr>
              <a:lvl7pPr marL="2971800" indent="-228600" eaLnBrk="0" fontAlgn="base" hangingPunct="0">
                <a:spcBef>
                  <a:spcPct val="20000"/>
                </a:spcBef>
                <a:spcAft>
                  <a:spcPct val="0"/>
                </a:spcAft>
                <a:buChar char="»"/>
                <a:defRPr sz="2000">
                  <a:solidFill>
                    <a:schemeClr val="tx1"/>
                  </a:solidFill>
                  <a:latin typeface="Arial" pitchFamily="34" charset="0"/>
                </a:defRPr>
              </a:lvl7pPr>
              <a:lvl8pPr marL="3429000" indent="-228600" eaLnBrk="0" fontAlgn="base" hangingPunct="0">
                <a:spcBef>
                  <a:spcPct val="20000"/>
                </a:spcBef>
                <a:spcAft>
                  <a:spcPct val="0"/>
                </a:spcAft>
                <a:buChar char="»"/>
                <a:defRPr sz="2000">
                  <a:solidFill>
                    <a:schemeClr val="tx1"/>
                  </a:solidFill>
                  <a:latin typeface="Arial" pitchFamily="34" charset="0"/>
                </a:defRPr>
              </a:lvl8pPr>
              <a:lvl9pPr marL="3886200" indent="-228600" eaLnBrk="0" fontAlgn="base" hangingPunct="0">
                <a:spcBef>
                  <a:spcPct val="20000"/>
                </a:spcBef>
                <a:spcAft>
                  <a:spcPct val="0"/>
                </a:spcAft>
                <a:buChar char="»"/>
                <a:defRPr sz="2000">
                  <a:solidFill>
                    <a:schemeClr val="tx1"/>
                  </a:solidFill>
                  <a:latin typeface="Arial" pitchFamily="34" charset="0"/>
                </a:defRPr>
              </a:lvl9pPr>
            </a:lstStyle>
            <a:p>
              <a:pPr algn="ctr" eaLnBrk="1" hangingPunct="1">
                <a:spcBef>
                  <a:spcPct val="0"/>
                </a:spcBef>
                <a:buFontTx/>
                <a:buNone/>
              </a:pPr>
              <a:r>
                <a:rPr lang="en-US" altLang="en-US" sz="1800" b="1">
                  <a:solidFill>
                    <a:schemeClr val="bg1"/>
                  </a:solidFill>
                  <a:latin typeface="Sans Serif Collection" panose="020B0502040504020204" pitchFamily="34" charset="0"/>
                  <a:ea typeface="Sans Serif Collection" panose="020B0502040504020204" pitchFamily="34" charset="0"/>
                  <a:cs typeface="Sans Serif Collection" panose="020B0502040504020204" pitchFamily="34" charset="0"/>
                </a:rPr>
                <a:t>Visualization of  modeling results using GRNsight</a:t>
              </a:r>
              <a:endParaRPr lang="en-US" altLang="en-US" sz="1800" b="1" dirty="0">
                <a:solidFill>
                  <a:schemeClr val="bg1"/>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grpSp>
      <p:grpSp>
        <p:nvGrpSpPr>
          <p:cNvPr id="112" name="Group 111"/>
          <p:cNvGrpSpPr/>
          <p:nvPr/>
        </p:nvGrpSpPr>
        <p:grpSpPr>
          <a:xfrm>
            <a:off x="1512811" y="9096340"/>
            <a:ext cx="2509815" cy="923619"/>
            <a:chOff x="545024" y="2899435"/>
            <a:chExt cx="2509815" cy="923619"/>
          </a:xfrm>
        </p:grpSpPr>
        <p:sp>
          <p:nvSpPr>
            <p:cNvPr id="114" name="Rounded Rectangle 1"/>
            <p:cNvSpPr>
              <a:spLocks noChangeArrowheads="1"/>
            </p:cNvSpPr>
            <p:nvPr/>
          </p:nvSpPr>
          <p:spPr bwMode="auto">
            <a:xfrm>
              <a:off x="545024" y="2899435"/>
              <a:ext cx="2509815" cy="923619"/>
            </a:xfrm>
            <a:prstGeom prst="roundRect">
              <a:avLst>
                <a:gd name="adj" fmla="val 16667"/>
              </a:avLst>
            </a:prstGeom>
            <a:solidFill>
              <a:srgbClr val="16693F"/>
            </a:solidFill>
            <a:ln>
              <a:noFill/>
            </a:ln>
          </p:spPr>
          <p:txBody>
            <a:bodyPr/>
            <a:lstStyle>
              <a:lvl1pPr eaLnBrk="0" hangingPunct="0">
                <a:defRPr sz="2400" b="1">
                  <a:solidFill>
                    <a:schemeClr val="tx1"/>
                  </a:solidFill>
                  <a:latin typeface="Arial" pitchFamily="34" charset="0"/>
                </a:defRPr>
              </a:lvl1pPr>
              <a:lvl2pPr marL="742950" indent="-285750" eaLnBrk="0" hangingPunct="0">
                <a:defRPr sz="2400" b="1">
                  <a:solidFill>
                    <a:schemeClr val="tx1"/>
                  </a:solidFill>
                  <a:latin typeface="Arial" pitchFamily="34" charset="0"/>
                </a:defRPr>
              </a:lvl2pPr>
              <a:lvl3pPr marL="1143000" indent="-228600" eaLnBrk="0" hangingPunct="0">
                <a:defRPr sz="2400" b="1">
                  <a:solidFill>
                    <a:schemeClr val="tx1"/>
                  </a:solidFill>
                  <a:latin typeface="Arial" pitchFamily="34" charset="0"/>
                </a:defRPr>
              </a:lvl3pPr>
              <a:lvl4pPr marL="1600200" indent="-228600" eaLnBrk="0" hangingPunct="0">
                <a:defRPr sz="2400" b="1">
                  <a:solidFill>
                    <a:schemeClr val="tx1"/>
                  </a:solidFill>
                  <a:latin typeface="Arial" pitchFamily="34" charset="0"/>
                </a:defRPr>
              </a:lvl4pPr>
              <a:lvl5pPr marL="2057400" indent="-228600" eaLnBrk="0" hangingPunct="0">
                <a:defRPr sz="2400" b="1">
                  <a:solidFill>
                    <a:schemeClr val="tx1"/>
                  </a:solidFill>
                  <a:latin typeface="Arial" pitchFamily="34" charset="0"/>
                </a:defRPr>
              </a:lvl5pPr>
              <a:lvl6pPr marL="2514600" indent="-228600" eaLnBrk="0" fontAlgn="base" hangingPunct="0">
                <a:spcBef>
                  <a:spcPct val="0"/>
                </a:spcBef>
                <a:spcAft>
                  <a:spcPct val="0"/>
                </a:spcAft>
                <a:defRPr sz="2400" b="1">
                  <a:solidFill>
                    <a:schemeClr val="tx1"/>
                  </a:solidFill>
                  <a:latin typeface="Arial" pitchFamily="34" charset="0"/>
                </a:defRPr>
              </a:lvl6pPr>
              <a:lvl7pPr marL="2971800" indent="-228600" eaLnBrk="0" fontAlgn="base" hangingPunct="0">
                <a:spcBef>
                  <a:spcPct val="0"/>
                </a:spcBef>
                <a:spcAft>
                  <a:spcPct val="0"/>
                </a:spcAft>
                <a:defRPr sz="2400" b="1">
                  <a:solidFill>
                    <a:schemeClr val="tx1"/>
                  </a:solidFill>
                  <a:latin typeface="Arial" pitchFamily="34" charset="0"/>
                </a:defRPr>
              </a:lvl7pPr>
              <a:lvl8pPr marL="3429000" indent="-228600" eaLnBrk="0" fontAlgn="base" hangingPunct="0">
                <a:spcBef>
                  <a:spcPct val="0"/>
                </a:spcBef>
                <a:spcAft>
                  <a:spcPct val="0"/>
                </a:spcAft>
                <a:defRPr sz="2400" b="1">
                  <a:solidFill>
                    <a:schemeClr val="tx1"/>
                  </a:solidFill>
                  <a:latin typeface="Arial" pitchFamily="34" charset="0"/>
                </a:defRPr>
              </a:lvl8pPr>
              <a:lvl9pPr marL="3886200" indent="-228600" eaLnBrk="0" fontAlgn="base" hangingPunct="0">
                <a:spcBef>
                  <a:spcPct val="0"/>
                </a:spcBef>
                <a:spcAft>
                  <a:spcPct val="0"/>
                </a:spcAft>
                <a:defRPr sz="2400" b="1">
                  <a:solidFill>
                    <a:schemeClr val="tx1"/>
                  </a:solidFill>
                  <a:latin typeface="Arial" pitchFamily="34" charset="0"/>
                </a:defRPr>
              </a:lvl9pPr>
            </a:lstStyle>
            <a:p>
              <a:pPr eaLnBrk="1" hangingPunct="1"/>
              <a:endParaRPr lang="en-US" altLang="en-US">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
          <p:nvSpPr>
            <p:cNvPr id="115" name="TextBox 5"/>
            <p:cNvSpPr txBox="1">
              <a:spLocks noChangeArrowheads="1"/>
            </p:cNvSpPr>
            <p:nvPr/>
          </p:nvSpPr>
          <p:spPr bwMode="auto">
            <a:xfrm>
              <a:off x="648200" y="2899579"/>
              <a:ext cx="2303463"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itchFamily="34" charset="0"/>
                </a:defRPr>
              </a:lvl1pPr>
              <a:lvl2pPr marL="742950" indent="-285750" eaLnBrk="0" hangingPunct="0">
                <a:spcBef>
                  <a:spcPct val="20000"/>
                </a:spcBef>
                <a:buChar char="–"/>
                <a:defRPr sz="2800">
                  <a:solidFill>
                    <a:schemeClr val="tx1"/>
                  </a:solidFill>
                  <a:latin typeface="Arial" pitchFamily="34" charset="0"/>
                </a:defRPr>
              </a:lvl2pPr>
              <a:lvl3pPr marL="1143000" indent="-228600" eaLnBrk="0" hangingPunct="0">
                <a:spcBef>
                  <a:spcPct val="20000"/>
                </a:spcBef>
                <a:buChar char="•"/>
                <a:defRPr sz="2400">
                  <a:solidFill>
                    <a:schemeClr val="tx1"/>
                  </a:solidFill>
                  <a:latin typeface="Arial" pitchFamily="34" charset="0"/>
                </a:defRPr>
              </a:lvl3pPr>
              <a:lvl4pPr marL="1600200" indent="-228600" eaLnBrk="0" hangingPunct="0">
                <a:spcBef>
                  <a:spcPct val="20000"/>
                </a:spcBef>
                <a:buChar char="–"/>
                <a:defRPr sz="2000">
                  <a:solidFill>
                    <a:schemeClr val="tx1"/>
                  </a:solidFill>
                  <a:latin typeface="Arial" pitchFamily="34" charset="0"/>
                </a:defRPr>
              </a:lvl4pPr>
              <a:lvl5pPr marL="2057400" indent="-228600" eaLnBrk="0" hangingPunct="0">
                <a:spcBef>
                  <a:spcPct val="20000"/>
                </a:spcBef>
                <a:buChar char="»"/>
                <a:defRPr sz="2000">
                  <a:solidFill>
                    <a:schemeClr val="tx1"/>
                  </a:solidFill>
                  <a:latin typeface="Arial" pitchFamily="34" charset="0"/>
                </a:defRPr>
              </a:lvl5pPr>
              <a:lvl6pPr marL="2514600" indent="-228600" eaLnBrk="0" fontAlgn="base" hangingPunct="0">
                <a:spcBef>
                  <a:spcPct val="20000"/>
                </a:spcBef>
                <a:spcAft>
                  <a:spcPct val="0"/>
                </a:spcAft>
                <a:buChar char="»"/>
                <a:defRPr sz="2000">
                  <a:solidFill>
                    <a:schemeClr val="tx1"/>
                  </a:solidFill>
                  <a:latin typeface="Arial" pitchFamily="34" charset="0"/>
                </a:defRPr>
              </a:lvl6pPr>
              <a:lvl7pPr marL="2971800" indent="-228600" eaLnBrk="0" fontAlgn="base" hangingPunct="0">
                <a:spcBef>
                  <a:spcPct val="20000"/>
                </a:spcBef>
                <a:spcAft>
                  <a:spcPct val="0"/>
                </a:spcAft>
                <a:buChar char="»"/>
                <a:defRPr sz="2000">
                  <a:solidFill>
                    <a:schemeClr val="tx1"/>
                  </a:solidFill>
                  <a:latin typeface="Arial" pitchFamily="34" charset="0"/>
                </a:defRPr>
              </a:lvl7pPr>
              <a:lvl8pPr marL="3429000" indent="-228600" eaLnBrk="0" fontAlgn="base" hangingPunct="0">
                <a:spcBef>
                  <a:spcPct val="20000"/>
                </a:spcBef>
                <a:spcAft>
                  <a:spcPct val="0"/>
                </a:spcAft>
                <a:buChar char="»"/>
                <a:defRPr sz="2000">
                  <a:solidFill>
                    <a:schemeClr val="tx1"/>
                  </a:solidFill>
                  <a:latin typeface="Arial" pitchFamily="34" charset="0"/>
                </a:defRPr>
              </a:lvl8pPr>
              <a:lvl9pPr marL="3886200" indent="-228600" eaLnBrk="0" fontAlgn="base" hangingPunct="0">
                <a:spcBef>
                  <a:spcPct val="20000"/>
                </a:spcBef>
                <a:spcAft>
                  <a:spcPct val="0"/>
                </a:spcAft>
                <a:buChar char="»"/>
                <a:defRPr sz="2000">
                  <a:solidFill>
                    <a:schemeClr val="tx1"/>
                  </a:solidFill>
                  <a:latin typeface="Arial" pitchFamily="34" charset="0"/>
                </a:defRPr>
              </a:lvl9pPr>
            </a:lstStyle>
            <a:p>
              <a:pPr algn="ctr" eaLnBrk="1" hangingPunct="1">
                <a:spcBef>
                  <a:spcPct val="0"/>
                </a:spcBef>
                <a:buFontTx/>
                <a:buNone/>
              </a:pPr>
              <a:r>
                <a:rPr lang="en-US" altLang="en-US" sz="1800" b="1">
                  <a:solidFill>
                    <a:schemeClr val="bg1"/>
                  </a:solidFill>
                  <a:latin typeface="Sans Serif Collection" panose="020B0502040504020204" pitchFamily="34" charset="0"/>
                  <a:ea typeface="Sans Serif Collection" panose="020B0502040504020204" pitchFamily="34" charset="0"/>
                  <a:cs typeface="Sans Serif Collection" panose="020B0502040504020204" pitchFamily="34" charset="0"/>
                </a:rPr>
                <a:t>Interpretation, </a:t>
              </a:r>
            </a:p>
            <a:p>
              <a:pPr algn="ctr" eaLnBrk="1" hangingPunct="1">
                <a:spcBef>
                  <a:spcPct val="0"/>
                </a:spcBef>
                <a:buFontTx/>
                <a:buNone/>
              </a:pPr>
              <a:r>
                <a:rPr lang="en-US" altLang="en-US" sz="1800" b="1">
                  <a:solidFill>
                    <a:schemeClr val="bg1"/>
                  </a:solidFill>
                  <a:latin typeface="Sans Serif Collection" panose="020B0502040504020204" pitchFamily="34" charset="0"/>
                  <a:ea typeface="Sans Serif Collection" panose="020B0502040504020204" pitchFamily="34" charset="0"/>
                  <a:cs typeface="Sans Serif Collection" panose="020B0502040504020204" pitchFamily="34" charset="0"/>
                </a:rPr>
                <a:t>new questions, new experiments</a:t>
              </a:r>
              <a:endParaRPr lang="en-US" altLang="en-US" sz="1800" b="1" dirty="0">
                <a:solidFill>
                  <a:schemeClr val="bg1"/>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grpSp>
      <p:cxnSp>
        <p:nvCxnSpPr>
          <p:cNvPr id="116" name="Straight Arrow Connector 115"/>
          <p:cNvCxnSpPr/>
          <p:nvPr/>
        </p:nvCxnSpPr>
        <p:spPr bwMode="auto">
          <a:xfrm flipV="1">
            <a:off x="2767718" y="10155659"/>
            <a:ext cx="0" cy="609600"/>
          </a:xfrm>
          <a:prstGeom prst="straightConnector1">
            <a:avLst/>
          </a:prstGeom>
          <a:ln w="57150">
            <a:solidFill>
              <a:schemeClr val="tx1"/>
            </a:solidFill>
            <a:headEnd type="none" w="med" len="med"/>
            <a:tailEnd type="arrow"/>
          </a:ln>
        </p:spPr>
        <p:style>
          <a:lnRef idx="1">
            <a:schemeClr val="dk1"/>
          </a:lnRef>
          <a:fillRef idx="0">
            <a:schemeClr val="dk1"/>
          </a:fillRef>
          <a:effectRef idx="0">
            <a:schemeClr val="dk1"/>
          </a:effectRef>
          <a:fontRef idx="minor">
            <a:schemeClr val="tx1"/>
          </a:fontRef>
        </p:style>
      </p:cxnSp>
      <p:cxnSp>
        <p:nvCxnSpPr>
          <p:cNvPr id="117" name="Straight Arrow Connector 116"/>
          <p:cNvCxnSpPr/>
          <p:nvPr/>
        </p:nvCxnSpPr>
        <p:spPr bwMode="auto">
          <a:xfrm flipH="1">
            <a:off x="7155728" y="11995104"/>
            <a:ext cx="1130300" cy="685800"/>
          </a:xfrm>
          <a:prstGeom prst="straightConnector1">
            <a:avLst/>
          </a:prstGeom>
          <a:ln w="57150">
            <a:solidFill>
              <a:schemeClr val="tx1"/>
            </a:solidFill>
            <a:headEnd type="none" w="med" len="med"/>
            <a:tailEnd type="arrow"/>
          </a:ln>
        </p:spPr>
        <p:style>
          <a:lnRef idx="1">
            <a:schemeClr val="dk1"/>
          </a:lnRef>
          <a:fillRef idx="0">
            <a:schemeClr val="dk1"/>
          </a:fillRef>
          <a:effectRef idx="0">
            <a:schemeClr val="dk1"/>
          </a:effectRef>
          <a:fontRef idx="minor">
            <a:schemeClr val="tx1"/>
          </a:fontRef>
        </p:style>
      </p:cxnSp>
      <p:cxnSp>
        <p:nvCxnSpPr>
          <p:cNvPr id="118" name="Straight Arrow Connector 117"/>
          <p:cNvCxnSpPr/>
          <p:nvPr/>
        </p:nvCxnSpPr>
        <p:spPr bwMode="auto">
          <a:xfrm flipV="1">
            <a:off x="2927213" y="8216997"/>
            <a:ext cx="1130300" cy="685800"/>
          </a:xfrm>
          <a:prstGeom prst="straightConnector1">
            <a:avLst/>
          </a:prstGeom>
          <a:ln w="57150">
            <a:solidFill>
              <a:schemeClr val="tx1"/>
            </a:solidFill>
            <a:headEnd type="none" w="med" len="med"/>
            <a:tailEnd type="arrow"/>
          </a:ln>
        </p:spPr>
        <p:style>
          <a:lnRef idx="1">
            <a:schemeClr val="dk1"/>
          </a:lnRef>
          <a:fillRef idx="0">
            <a:schemeClr val="dk1"/>
          </a:fillRef>
          <a:effectRef idx="0">
            <a:schemeClr val="dk1"/>
          </a:effectRef>
          <a:fontRef idx="minor">
            <a:schemeClr val="tx1"/>
          </a:fontRef>
        </p:style>
      </p:cxnSp>
      <p:pic>
        <p:nvPicPr>
          <p:cNvPr id="119" name="Picture 2" descr="figure01a"/>
          <p:cNvPicPr>
            <a:picLocks noChangeAspect="1" noChangeArrowheads="1"/>
          </p:cNvPicPr>
          <p:nvPr/>
        </p:nvPicPr>
        <p:blipFill>
          <a:blip r:embed="rId4" cstate="email">
            <a:extLst>
              <a:ext uri="{28A0092B-C50C-407E-A947-70E740481C1C}">
                <a14:useLocalDpi xmlns:a14="http://schemas.microsoft.com/office/drawing/2010/main" val="0"/>
              </a:ext>
            </a:extLst>
          </a:blip>
          <a:srcRect/>
          <a:stretch>
            <a:fillRect/>
          </a:stretch>
        </p:blipFill>
        <p:spPr bwMode="auto">
          <a:xfrm>
            <a:off x="4564354" y="10679937"/>
            <a:ext cx="1978203" cy="14836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0" name="Picture 2" descr="ColdShockArrays"/>
          <p:cNvPicPr>
            <a:picLocks noChangeAspect="1" noChangeArrowheads="1"/>
          </p:cNvPicPr>
          <p:nvPr/>
        </p:nvPicPr>
        <p:blipFill rotWithShape="1">
          <a:blip r:embed="rId5" cstate="email">
            <a:extLst>
              <a:ext uri="{28A0092B-C50C-407E-A947-70E740481C1C}">
                <a14:useLocalDpi xmlns:a14="http://schemas.microsoft.com/office/drawing/2010/main" val="0"/>
              </a:ext>
            </a:extLst>
          </a:blip>
          <a:srcRect l="49284" t="26373" r="23117" b="44420"/>
          <a:stretch/>
        </p:blipFill>
        <p:spPr bwMode="auto">
          <a:xfrm>
            <a:off x="4768938" y="8697760"/>
            <a:ext cx="1598948" cy="12771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1" name="Picture 120"/>
          <p:cNvPicPr/>
          <p:nvPr/>
        </p:nvPicPr>
        <p:blipFill rotWithShape="1">
          <a:blip r:embed="rId6"/>
          <a:srcRect l="2236" t="13149" r="4919" b="13625"/>
          <a:stretch/>
        </p:blipFill>
        <p:spPr>
          <a:xfrm>
            <a:off x="8175187" y="7596156"/>
            <a:ext cx="1858009" cy="1099053"/>
          </a:xfrm>
          <a:prstGeom prst="rect">
            <a:avLst/>
          </a:prstGeom>
        </p:spPr>
      </p:pic>
      <p:grpSp>
        <p:nvGrpSpPr>
          <p:cNvPr id="124" name="Group 123"/>
          <p:cNvGrpSpPr/>
          <p:nvPr/>
        </p:nvGrpSpPr>
        <p:grpSpPr>
          <a:xfrm>
            <a:off x="1727484" y="7809755"/>
            <a:ext cx="1480410" cy="789758"/>
            <a:chOff x="-914930" y="1531444"/>
            <a:chExt cx="2310796" cy="1232746"/>
          </a:xfrm>
        </p:grpSpPr>
        <p:pic>
          <p:nvPicPr>
            <p:cNvPr id="125" name="Picture 8" descr="C:\Users\GRNmap\Desktop\wt_dnrg1_dphd1_20150922\wt_15deg_20150926.JPG"/>
            <p:cNvPicPr>
              <a:picLocks noChangeAspect="1" noChangeArrowheads="1"/>
            </p:cNvPicPr>
            <p:nvPr/>
          </p:nvPicPr>
          <p:blipFill rotWithShape="1">
            <a:blip r:embed="rId7" cstate="email">
              <a:extLst>
                <a:ext uri="{28A0092B-C50C-407E-A947-70E740481C1C}">
                  <a14:useLocalDpi xmlns:a14="http://schemas.microsoft.com/office/drawing/2010/main" val="0"/>
                </a:ext>
              </a:extLst>
            </a:blip>
            <a:srcRect l="4761" t="58155" r="18423" b="29318"/>
            <a:stretch/>
          </p:blipFill>
          <p:spPr bwMode="auto">
            <a:xfrm>
              <a:off x="-912362" y="1531444"/>
              <a:ext cx="2305659" cy="581691"/>
            </a:xfrm>
            <a:prstGeom prst="rect">
              <a:avLst/>
            </a:prstGeom>
            <a:noFill/>
            <a:extLst>
              <a:ext uri="{909E8E84-426E-40DD-AFC4-6F175D3DCCD1}">
                <a14:hiddenFill xmlns:a14="http://schemas.microsoft.com/office/drawing/2010/main">
                  <a:solidFill>
                    <a:srgbClr val="FFFFFF"/>
                  </a:solidFill>
                </a14:hiddenFill>
              </a:ext>
            </a:extLst>
          </p:spPr>
        </p:pic>
        <p:pic>
          <p:nvPicPr>
            <p:cNvPr id="126" name="Picture 6" descr="C:\Users\GRNmap\Desktop\wt_dash1_dgcr2_20160120\dash1_15deg_day5_20160124.JPG"/>
            <p:cNvPicPr>
              <a:picLocks noChangeAspect="1" noChangeArrowheads="1"/>
            </p:cNvPicPr>
            <p:nvPr/>
          </p:nvPicPr>
          <p:blipFill rotWithShape="1">
            <a:blip r:embed="rId8" cstate="email">
              <a:extLst>
                <a:ext uri="{28A0092B-C50C-407E-A947-70E740481C1C}">
                  <a14:useLocalDpi xmlns:a14="http://schemas.microsoft.com/office/drawing/2010/main" val="0"/>
                </a:ext>
              </a:extLst>
            </a:blip>
            <a:srcRect l="19504" t="6155" r="65086" b="1380"/>
            <a:stretch/>
          </p:blipFill>
          <p:spPr bwMode="auto">
            <a:xfrm rot="5400000">
              <a:off x="-48683" y="1319642"/>
              <a:ext cx="578301" cy="2310796"/>
            </a:xfrm>
            <a:prstGeom prst="rect">
              <a:avLst/>
            </a:prstGeom>
            <a:noFill/>
            <a:extLst>
              <a:ext uri="{909E8E84-426E-40DD-AFC4-6F175D3DCCD1}">
                <a14:hiddenFill xmlns:a14="http://schemas.microsoft.com/office/drawing/2010/main">
                  <a:solidFill>
                    <a:srgbClr val="FFFFFF"/>
                  </a:solidFill>
                </a14:hiddenFill>
              </a:ext>
            </a:extLst>
          </p:spPr>
        </p:pic>
      </p:grpSp>
      <p:sp>
        <p:nvSpPr>
          <p:cNvPr id="127" name="TextBox 126"/>
          <p:cNvSpPr txBox="1"/>
          <p:nvPr/>
        </p:nvSpPr>
        <p:spPr>
          <a:xfrm>
            <a:off x="1066402" y="8245332"/>
            <a:ext cx="763351" cy="307777"/>
          </a:xfrm>
          <a:prstGeom prst="rect">
            <a:avLst/>
          </a:prstGeom>
          <a:noFill/>
        </p:spPr>
        <p:txBody>
          <a:bodyPr wrap="none" rtlCol="0">
            <a:spAutoFit/>
          </a:bodyPr>
          <a:lstStyle/>
          <a:p>
            <a:r>
              <a:rPr lang="en-US" sz="1400" i="1">
                <a:latin typeface="Sans Serif Collection" panose="020B0502040504020204" pitchFamily="34" charset="0"/>
                <a:ea typeface="Sans Serif Collection" panose="020B0502040504020204" pitchFamily="34" charset="0"/>
                <a:cs typeface="Sans Serif Collection" panose="020B0502040504020204" pitchFamily="34" charset="0"/>
              </a:rPr>
              <a:t>Dash1</a:t>
            </a:r>
            <a:r>
              <a:rPr lang="en-US" sz="1400">
                <a:latin typeface="Sans Serif Collection" panose="020B0502040504020204" pitchFamily="34" charset="0"/>
                <a:ea typeface="Sans Serif Collection" panose="020B0502040504020204" pitchFamily="34" charset="0"/>
                <a:cs typeface="Sans Serif Collection" panose="020B0502040504020204" pitchFamily="34" charset="0"/>
              </a:rPr>
              <a:t> </a:t>
            </a:r>
          </a:p>
        </p:txBody>
      </p:sp>
      <p:sp>
        <p:nvSpPr>
          <p:cNvPr id="128" name="Rectangle 127"/>
          <p:cNvSpPr/>
          <p:nvPr/>
        </p:nvSpPr>
        <p:spPr>
          <a:xfrm>
            <a:off x="3132444" y="8015040"/>
            <a:ext cx="636713" cy="338554"/>
          </a:xfrm>
          <a:prstGeom prst="rect">
            <a:avLst/>
          </a:prstGeom>
        </p:spPr>
        <p:txBody>
          <a:bodyPr wrap="none">
            <a:spAutoFit/>
          </a:bodyPr>
          <a:lstStyle/>
          <a:p>
            <a:r>
              <a:rPr lang="en-US" sz="1600">
                <a:latin typeface="Sans Serif Collection" panose="020B0502040504020204" pitchFamily="34" charset="0"/>
                <a:ea typeface="Sans Serif Collection" panose="020B0502040504020204" pitchFamily="34" charset="0"/>
                <a:cs typeface="Sans Serif Collection" panose="020B0502040504020204" pitchFamily="34" charset="0"/>
              </a:rPr>
              <a:t>15°C</a:t>
            </a:r>
          </a:p>
        </p:txBody>
      </p:sp>
      <p:sp>
        <p:nvSpPr>
          <p:cNvPr id="129" name="TextBox 128"/>
          <p:cNvSpPr txBox="1"/>
          <p:nvPr/>
        </p:nvSpPr>
        <p:spPr>
          <a:xfrm>
            <a:off x="1381928" y="7844913"/>
            <a:ext cx="389850" cy="307777"/>
          </a:xfrm>
          <a:prstGeom prst="rect">
            <a:avLst/>
          </a:prstGeom>
          <a:noFill/>
        </p:spPr>
        <p:txBody>
          <a:bodyPr wrap="none" rtlCol="0">
            <a:spAutoFit/>
          </a:bodyPr>
          <a:lstStyle/>
          <a:p>
            <a:r>
              <a:rPr lang="en-US" sz="1400">
                <a:latin typeface="Sans Serif Collection" panose="020B0502040504020204" pitchFamily="34" charset="0"/>
                <a:ea typeface="Sans Serif Collection" panose="020B0502040504020204" pitchFamily="34" charset="0"/>
                <a:cs typeface="Sans Serif Collection" panose="020B0502040504020204" pitchFamily="34" charset="0"/>
              </a:rPr>
              <a:t>wt</a:t>
            </a:r>
          </a:p>
        </p:txBody>
      </p:sp>
      <p:sp>
        <p:nvSpPr>
          <p:cNvPr id="130" name="Title 1"/>
          <p:cNvSpPr txBox="1">
            <a:spLocks/>
          </p:cNvSpPr>
          <p:nvPr/>
        </p:nvSpPr>
        <p:spPr>
          <a:xfrm>
            <a:off x="996598" y="13497642"/>
            <a:ext cx="9320528" cy="990600"/>
          </a:xfrm>
          <a:prstGeom prst="rect">
            <a:avLst/>
          </a:prstGeom>
          <a:noFill/>
          <a:ln>
            <a:noFill/>
          </a:ln>
        </p:spPr>
        <p:txBody>
          <a:bodyPr lIns="91425" tIns="91425" rIns="91425" bIns="91425" anchor="ctr" anchorCtr="0">
            <a:normAutofit lnSpcReduction="10000"/>
          </a:bodyPr>
          <a:lstStyle>
            <a:defPPr marR="0" algn="l" rtl="0">
              <a:lnSpc>
                <a:spcPct val="100000"/>
              </a:lnSpc>
              <a:spcBef>
                <a:spcPts val="0"/>
              </a:spcBef>
              <a:spcAft>
                <a:spcPts val="0"/>
              </a:spcAft>
            </a:defPPr>
            <a:lvl1pPr marL="0" marR="0" indent="0" algn="ctr" rtl="0">
              <a:lnSpc>
                <a:spcPct val="100000"/>
              </a:lnSpc>
              <a:spcBef>
                <a:spcPts val="0"/>
              </a:spcBef>
              <a:spcAft>
                <a:spcPts val="0"/>
              </a:spcAft>
              <a:buClr>
                <a:schemeClr val="dk1"/>
              </a:buClr>
              <a:buFont typeface="Calibri"/>
              <a:buNone/>
              <a:defRPr sz="1400" b="0" i="0" u="none" strike="noStrike" cap="none" baseline="0">
                <a:solidFill>
                  <a:srgbClr val="000000"/>
                </a:solidFill>
                <a:latin typeface="Arial"/>
                <a:ea typeface="Arial"/>
                <a:cs typeface="Arial"/>
                <a:sym typeface="Arial"/>
                <a:rtl val="0"/>
              </a:defRPr>
            </a:lvl1pPr>
            <a:lvl2pPr marL="0" marR="0" indent="0" algn="l" rtl="0">
              <a:lnSpc>
                <a:spcPct val="100000"/>
              </a:lnSpc>
              <a:spcBef>
                <a:spcPts val="0"/>
              </a:spcBef>
              <a:spcAft>
                <a:spcPts val="0"/>
              </a:spcAft>
              <a:buClr>
                <a:srgbClr val="000000"/>
              </a:buClr>
              <a:buFont typeface="Arial"/>
              <a:buNone/>
              <a:defRPr sz="1400" b="0" i="0" u="none" strike="noStrike" cap="none" baseline="0">
                <a:solidFill>
                  <a:srgbClr val="000000"/>
                </a:solidFill>
                <a:latin typeface="Arial"/>
                <a:ea typeface="Arial"/>
                <a:cs typeface="Arial"/>
                <a:sym typeface="Arial"/>
                <a:rtl val="0"/>
              </a:defRPr>
            </a:lvl2pPr>
            <a:lvl3pPr marL="0" marR="0" indent="0" algn="l" rtl="0">
              <a:spcBef>
                <a:spcPts val="0"/>
              </a:spcBef>
              <a:defRPr/>
            </a:lvl3pPr>
            <a:lvl4pPr marL="0" marR="0" indent="0" algn="l" rtl="0">
              <a:spcBef>
                <a:spcPts val="0"/>
              </a:spcBef>
              <a:defRPr/>
            </a:lvl4pPr>
            <a:lvl5pPr marL="0" marR="0" indent="0" algn="l" rtl="0">
              <a:spcBef>
                <a:spcPts val="0"/>
              </a:spcBef>
              <a:defRPr/>
            </a:lvl5pPr>
            <a:lvl6pPr marL="0" marR="0" indent="0" algn="l" rtl="0">
              <a:spcBef>
                <a:spcPts val="0"/>
              </a:spcBef>
              <a:defRPr/>
            </a:lvl6pPr>
            <a:lvl7pPr marL="0" marR="0" indent="0" algn="l" rtl="0">
              <a:spcBef>
                <a:spcPts val="0"/>
              </a:spcBef>
              <a:defRPr/>
            </a:lvl7pPr>
            <a:lvl8pPr marL="0" marR="0" indent="0" algn="l" rtl="0">
              <a:spcBef>
                <a:spcPts val="0"/>
              </a:spcBef>
              <a:defRPr/>
            </a:lvl8pPr>
            <a:lvl9pPr marL="0" marR="0" indent="0" algn="l" rtl="0">
              <a:spcBef>
                <a:spcPts val="0"/>
              </a:spcBef>
              <a:defRPr/>
            </a:lvl9pPr>
          </a:lstStyle>
          <a:p>
            <a:r>
              <a:rPr lang="en-US" sz="2800" b="1">
                <a:solidFill>
                  <a:srgbClr val="16693F"/>
                </a:solidFill>
                <a:latin typeface="Sans Serif Collection" panose="020B0502040504020204" pitchFamily="34" charset="0"/>
                <a:ea typeface="Sans Serif Collection" panose="020B0502040504020204" pitchFamily="34" charset="0"/>
                <a:cs typeface="Sans Serif Collection" panose="020B0502040504020204" pitchFamily="34" charset="0"/>
              </a:rPr>
              <a:t>A “medium-scale” gene regulatory network that regulates the cold shock response</a:t>
            </a:r>
            <a:endParaRPr lang="en-US" sz="2800" b="1" dirty="0">
              <a:solidFill>
                <a:srgbClr val="16693F"/>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
        <p:nvSpPr>
          <p:cNvPr id="134" name="Title 1"/>
          <p:cNvSpPr txBox="1">
            <a:spLocks/>
          </p:cNvSpPr>
          <p:nvPr/>
        </p:nvSpPr>
        <p:spPr>
          <a:xfrm>
            <a:off x="1438655" y="19994685"/>
            <a:ext cx="8229600" cy="990600"/>
          </a:xfrm>
          <a:prstGeom prst="rect">
            <a:avLst/>
          </a:prstGeom>
          <a:noFill/>
          <a:ln>
            <a:noFill/>
          </a:ln>
        </p:spPr>
        <p:txBody>
          <a:bodyPr lIns="91425" tIns="91425" rIns="91425" bIns="91425" anchor="ctr" anchorCtr="0">
            <a:normAutofit lnSpcReduction="10000"/>
          </a:bodyPr>
          <a:lstStyle>
            <a:defPPr marR="0" algn="l" rtl="0">
              <a:lnSpc>
                <a:spcPct val="100000"/>
              </a:lnSpc>
              <a:spcBef>
                <a:spcPts val="0"/>
              </a:spcBef>
              <a:spcAft>
                <a:spcPts val="0"/>
              </a:spcAft>
            </a:defPPr>
            <a:lvl1pPr marL="0" marR="0" indent="0" algn="ctr" rtl="0">
              <a:lnSpc>
                <a:spcPct val="100000"/>
              </a:lnSpc>
              <a:spcBef>
                <a:spcPts val="0"/>
              </a:spcBef>
              <a:spcAft>
                <a:spcPts val="0"/>
              </a:spcAft>
              <a:buClr>
                <a:schemeClr val="dk1"/>
              </a:buClr>
              <a:buFont typeface="Calibri"/>
              <a:buNone/>
              <a:defRPr sz="1400" b="0" i="0" u="none" strike="noStrike" cap="none" baseline="0">
                <a:solidFill>
                  <a:srgbClr val="000000"/>
                </a:solidFill>
                <a:latin typeface="Arial"/>
                <a:ea typeface="Arial"/>
                <a:cs typeface="Arial"/>
                <a:sym typeface="Arial"/>
                <a:rtl val="0"/>
              </a:defRPr>
            </a:lvl1pPr>
            <a:lvl2pPr marL="0" marR="0" indent="0" algn="l" rtl="0">
              <a:lnSpc>
                <a:spcPct val="100000"/>
              </a:lnSpc>
              <a:spcBef>
                <a:spcPts val="0"/>
              </a:spcBef>
              <a:spcAft>
                <a:spcPts val="0"/>
              </a:spcAft>
              <a:buClr>
                <a:srgbClr val="000000"/>
              </a:buClr>
              <a:buFont typeface="Arial"/>
              <a:buNone/>
              <a:defRPr sz="1400" b="0" i="0" u="none" strike="noStrike" cap="none" baseline="0">
                <a:solidFill>
                  <a:srgbClr val="000000"/>
                </a:solidFill>
                <a:latin typeface="Arial"/>
                <a:ea typeface="Arial"/>
                <a:cs typeface="Arial"/>
                <a:sym typeface="Arial"/>
                <a:rtl val="0"/>
              </a:defRPr>
            </a:lvl2pPr>
            <a:lvl3pPr marL="0" marR="0" indent="0" algn="l" rtl="0">
              <a:spcBef>
                <a:spcPts val="0"/>
              </a:spcBef>
              <a:defRPr/>
            </a:lvl3pPr>
            <a:lvl4pPr marL="0" marR="0" indent="0" algn="l" rtl="0">
              <a:spcBef>
                <a:spcPts val="0"/>
              </a:spcBef>
              <a:defRPr/>
            </a:lvl4pPr>
            <a:lvl5pPr marL="0" marR="0" indent="0" algn="l" rtl="0">
              <a:spcBef>
                <a:spcPts val="0"/>
              </a:spcBef>
              <a:defRPr/>
            </a:lvl5pPr>
            <a:lvl6pPr marL="0" marR="0" indent="0" algn="l" rtl="0">
              <a:spcBef>
                <a:spcPts val="0"/>
              </a:spcBef>
              <a:defRPr/>
            </a:lvl6pPr>
            <a:lvl7pPr marL="0" marR="0" indent="0" algn="l" rtl="0">
              <a:spcBef>
                <a:spcPts val="0"/>
              </a:spcBef>
              <a:defRPr/>
            </a:lvl7pPr>
            <a:lvl8pPr marL="0" marR="0" indent="0" algn="l" rtl="0">
              <a:spcBef>
                <a:spcPts val="0"/>
              </a:spcBef>
              <a:defRPr/>
            </a:lvl8pPr>
            <a:lvl9pPr marL="0" marR="0" indent="0" algn="l" rtl="0">
              <a:spcBef>
                <a:spcPts val="0"/>
              </a:spcBef>
              <a:defRPr/>
            </a:lvl9pPr>
          </a:lstStyle>
          <a:p>
            <a:r>
              <a:rPr lang="en-US" sz="2800" b="1" dirty="0">
                <a:solidFill>
                  <a:srgbClr val="16693F"/>
                </a:solidFill>
                <a:latin typeface="Sans Serif Collection" panose="020B0502040504020204" pitchFamily="34" charset="0"/>
                <a:ea typeface="Sans Serif Collection" panose="020B0502040504020204" pitchFamily="34" charset="0"/>
                <a:cs typeface="Sans Serif Collection" panose="020B0502040504020204" pitchFamily="34" charset="0"/>
              </a:rPr>
              <a:t>GRNmap: Gene Regulatory Network modeling and parameter estimation</a:t>
            </a:r>
          </a:p>
        </p:txBody>
      </p:sp>
      <p:sp>
        <p:nvSpPr>
          <p:cNvPr id="136" name="TextBox 135"/>
          <p:cNvSpPr txBox="1"/>
          <p:nvPr/>
        </p:nvSpPr>
        <p:spPr>
          <a:xfrm>
            <a:off x="3382037" y="19518218"/>
            <a:ext cx="184731" cy="307777"/>
          </a:xfrm>
          <a:prstGeom prst="rect">
            <a:avLst/>
          </a:prstGeom>
          <a:noFill/>
        </p:spPr>
        <p:txBody>
          <a:bodyPr wrap="none" rtlCol="0">
            <a:spAutoFit/>
          </a:bodyPr>
          <a:lstStyle/>
          <a:p>
            <a:endParaRPr lang="en-US" b="1" dirty="0">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
        <p:nvSpPr>
          <p:cNvPr id="93" name="Text Box 4"/>
          <p:cNvSpPr txBox="1">
            <a:spLocks noChangeArrowheads="1"/>
          </p:cNvSpPr>
          <p:nvPr/>
        </p:nvSpPr>
        <p:spPr bwMode="auto">
          <a:xfrm>
            <a:off x="1397613" y="6407759"/>
            <a:ext cx="8518499" cy="1384995"/>
          </a:xfrm>
          <a:prstGeom prst="rect">
            <a:avLst/>
          </a:prstGeom>
          <a:noFill/>
          <a:ln>
            <a:noFill/>
          </a:ln>
        </p:spPr>
        <p:txBody>
          <a:bodyPr wrap="square">
            <a:spAutoFit/>
          </a:bodyPr>
          <a:lstStyle>
            <a:lvl1pPr eaLnBrk="0" hangingPunct="0">
              <a:defRPr sz="2400" b="1">
                <a:solidFill>
                  <a:schemeClr val="tx1"/>
                </a:solidFill>
                <a:latin typeface="Arial" pitchFamily="34" charset="0"/>
              </a:defRPr>
            </a:lvl1pPr>
            <a:lvl2pPr marL="742950" indent="-285750" eaLnBrk="0" hangingPunct="0">
              <a:defRPr sz="2400" b="1">
                <a:solidFill>
                  <a:schemeClr val="tx1"/>
                </a:solidFill>
                <a:latin typeface="Arial" pitchFamily="34" charset="0"/>
              </a:defRPr>
            </a:lvl2pPr>
            <a:lvl3pPr marL="1143000" indent="-228600" eaLnBrk="0" hangingPunct="0">
              <a:defRPr sz="2400" b="1">
                <a:solidFill>
                  <a:schemeClr val="tx1"/>
                </a:solidFill>
                <a:latin typeface="Arial" pitchFamily="34" charset="0"/>
              </a:defRPr>
            </a:lvl3pPr>
            <a:lvl4pPr marL="1600200" indent="-228600" eaLnBrk="0" hangingPunct="0">
              <a:defRPr sz="2400" b="1">
                <a:solidFill>
                  <a:schemeClr val="tx1"/>
                </a:solidFill>
                <a:latin typeface="Arial" pitchFamily="34" charset="0"/>
              </a:defRPr>
            </a:lvl4pPr>
            <a:lvl5pPr marL="2057400" indent="-228600" eaLnBrk="0" hangingPunct="0">
              <a:defRPr sz="2400" b="1">
                <a:solidFill>
                  <a:schemeClr val="tx1"/>
                </a:solidFill>
                <a:latin typeface="Arial" pitchFamily="34" charset="0"/>
              </a:defRPr>
            </a:lvl5pPr>
            <a:lvl6pPr marL="2514600" indent="-228600" eaLnBrk="0" fontAlgn="base" hangingPunct="0">
              <a:spcBef>
                <a:spcPct val="0"/>
              </a:spcBef>
              <a:spcAft>
                <a:spcPct val="0"/>
              </a:spcAft>
              <a:defRPr sz="2400" b="1">
                <a:solidFill>
                  <a:schemeClr val="tx1"/>
                </a:solidFill>
                <a:latin typeface="Arial" pitchFamily="34" charset="0"/>
              </a:defRPr>
            </a:lvl6pPr>
            <a:lvl7pPr marL="2971800" indent="-228600" eaLnBrk="0" fontAlgn="base" hangingPunct="0">
              <a:spcBef>
                <a:spcPct val="0"/>
              </a:spcBef>
              <a:spcAft>
                <a:spcPct val="0"/>
              </a:spcAft>
              <a:defRPr sz="2400" b="1">
                <a:solidFill>
                  <a:schemeClr val="tx1"/>
                </a:solidFill>
                <a:latin typeface="Arial" pitchFamily="34" charset="0"/>
              </a:defRPr>
            </a:lvl7pPr>
            <a:lvl8pPr marL="3429000" indent="-228600" eaLnBrk="0" fontAlgn="base" hangingPunct="0">
              <a:spcBef>
                <a:spcPct val="0"/>
              </a:spcBef>
              <a:spcAft>
                <a:spcPct val="0"/>
              </a:spcAft>
              <a:defRPr sz="2400" b="1">
                <a:solidFill>
                  <a:schemeClr val="tx1"/>
                </a:solidFill>
                <a:latin typeface="Arial" pitchFamily="34" charset="0"/>
              </a:defRPr>
            </a:lvl8pPr>
            <a:lvl9pPr marL="3886200" indent="-228600" eaLnBrk="0" fontAlgn="base" hangingPunct="0">
              <a:spcBef>
                <a:spcPct val="0"/>
              </a:spcBef>
              <a:spcAft>
                <a:spcPct val="0"/>
              </a:spcAft>
              <a:defRPr sz="2400" b="1">
                <a:solidFill>
                  <a:schemeClr val="tx1"/>
                </a:solidFill>
                <a:latin typeface="Arial" pitchFamily="34" charset="0"/>
              </a:defRPr>
            </a:lvl9pPr>
          </a:lstStyle>
          <a:p>
            <a:pPr algn="ctr" eaLnBrk="1" hangingPunct="1"/>
            <a:r>
              <a:rPr lang="en-US" altLang="en-US" sz="2800" dirty="0">
                <a:solidFill>
                  <a:srgbClr val="16693F"/>
                </a:solidFill>
                <a:latin typeface="Sans Serif Collection" panose="020B0502040504020204" pitchFamily="34" charset="0"/>
                <a:ea typeface="Sans Serif Collection" panose="020B0502040504020204" pitchFamily="34" charset="0"/>
                <a:cs typeface="Sans Serif Collection" panose="020B0502040504020204" pitchFamily="34" charset="0"/>
              </a:rPr>
              <a:t>We have previously used a systems biology approach to understand the regulation of the cold shock response in yeast</a:t>
            </a:r>
            <a:endParaRPr lang="en-US" altLang="en-US" sz="2800" i="1" dirty="0">
              <a:solidFill>
                <a:srgbClr val="16693F"/>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
        <p:nvSpPr>
          <p:cNvPr id="8" name="TextBox 7"/>
          <p:cNvSpPr txBox="1"/>
          <p:nvPr/>
        </p:nvSpPr>
        <p:spPr>
          <a:xfrm>
            <a:off x="34017257" y="28902557"/>
            <a:ext cx="3307316" cy="523220"/>
          </a:xfrm>
          <a:prstGeom prst="rect">
            <a:avLst/>
          </a:prstGeom>
          <a:noFill/>
        </p:spPr>
        <p:txBody>
          <a:bodyPr wrap="none" rtlCol="0">
            <a:spAutoFit/>
          </a:bodyPr>
          <a:lstStyle/>
          <a:p>
            <a:r>
              <a:rPr lang="en-US" sz="2800" b="1" dirty="0">
                <a:solidFill>
                  <a:srgbClr val="16693F"/>
                </a:solidFill>
                <a:latin typeface="Sans Serif Collection" panose="020B0502040504020204" pitchFamily="34" charset="0"/>
                <a:ea typeface="Sans Serif Collection" panose="020B0502040504020204" pitchFamily="34" charset="0"/>
                <a:cs typeface="Sans Serif Collection" panose="020B0502040504020204" pitchFamily="34" charset="0"/>
              </a:rPr>
              <a:t>Acknowledgments</a:t>
            </a:r>
          </a:p>
        </p:txBody>
      </p:sp>
      <p:sp>
        <p:nvSpPr>
          <p:cNvPr id="133" name="TextBox 132"/>
          <p:cNvSpPr txBox="1"/>
          <p:nvPr/>
        </p:nvSpPr>
        <p:spPr>
          <a:xfrm>
            <a:off x="34842804" y="30124342"/>
            <a:ext cx="1656223" cy="430887"/>
          </a:xfrm>
          <a:prstGeom prst="rect">
            <a:avLst/>
          </a:prstGeom>
          <a:noFill/>
        </p:spPr>
        <p:txBody>
          <a:bodyPr wrap="none" rtlCol="0">
            <a:spAutoFit/>
          </a:bodyPr>
          <a:lstStyle/>
          <a:p>
            <a:r>
              <a:rPr lang="en-US" sz="2200" b="1" dirty="0">
                <a:solidFill>
                  <a:srgbClr val="16693F"/>
                </a:solidFill>
                <a:latin typeface="Sans Serif Collection" panose="020B0502040504020204" pitchFamily="34" charset="0"/>
                <a:ea typeface="Sans Serif Collection" panose="020B0502040504020204" pitchFamily="34" charset="0"/>
                <a:cs typeface="Sans Serif Collection" panose="020B0502040504020204" pitchFamily="34" charset="0"/>
              </a:rPr>
              <a:t>References</a:t>
            </a:r>
          </a:p>
        </p:txBody>
      </p:sp>
      <p:cxnSp>
        <p:nvCxnSpPr>
          <p:cNvPr id="123" name="Straight Arrow Connector 122"/>
          <p:cNvCxnSpPr/>
          <p:nvPr/>
        </p:nvCxnSpPr>
        <p:spPr bwMode="auto">
          <a:xfrm flipH="1" flipV="1">
            <a:off x="2927213" y="11995104"/>
            <a:ext cx="1130300" cy="685800"/>
          </a:xfrm>
          <a:prstGeom prst="straightConnector1">
            <a:avLst/>
          </a:prstGeom>
          <a:ln w="57150">
            <a:solidFill>
              <a:schemeClr val="tx1"/>
            </a:solidFill>
            <a:headEnd type="none" w="med" len="med"/>
            <a:tailEnd type="arrow"/>
          </a:ln>
        </p:spPr>
        <p:style>
          <a:lnRef idx="1">
            <a:schemeClr val="dk1"/>
          </a:lnRef>
          <a:fillRef idx="0">
            <a:schemeClr val="dk1"/>
          </a:fillRef>
          <a:effectRef idx="0">
            <a:schemeClr val="dk1"/>
          </a:effectRef>
          <a:fontRef idx="minor">
            <a:schemeClr val="tx1"/>
          </a:fontRef>
        </p:style>
      </p:cxnSp>
      <p:sp>
        <p:nvSpPr>
          <p:cNvPr id="41" name="TextBox 40"/>
          <p:cNvSpPr txBox="1"/>
          <p:nvPr/>
        </p:nvSpPr>
        <p:spPr>
          <a:xfrm>
            <a:off x="27938351" y="29266923"/>
            <a:ext cx="14989549" cy="1107996"/>
          </a:xfrm>
          <a:prstGeom prst="rect">
            <a:avLst/>
          </a:prstGeom>
          <a:noFill/>
        </p:spPr>
        <p:txBody>
          <a:bodyPr wrap="square" rtlCol="0">
            <a:spAutoFit/>
          </a:bodyPr>
          <a:lstStyle/>
          <a:p>
            <a:r>
              <a:rPr lang="en-US" sz="2200" dirty="0">
                <a:latin typeface="Sans Serif Collection" panose="020B0502040504020204" pitchFamily="34" charset="0"/>
                <a:ea typeface="Sans Serif Collection" panose="020B0502040504020204" pitchFamily="34" charset="0"/>
                <a:cs typeface="Sans Serif Collection" panose="020B0502040504020204" pitchFamily="34" charset="0"/>
              </a:rPr>
              <a:t>We would like to thank the previous developers on the GRNmap and GRNsight projects. This work was partially funded by LMU Rains Research Assistantship (N.C.C.). Thank you to the ABRCMS Travel Grant for the opportunity to come and present my work. </a:t>
            </a:r>
          </a:p>
        </p:txBody>
      </p:sp>
      <p:sp>
        <p:nvSpPr>
          <p:cNvPr id="42" name="TextBox 41"/>
          <p:cNvSpPr txBox="1"/>
          <p:nvPr/>
        </p:nvSpPr>
        <p:spPr>
          <a:xfrm>
            <a:off x="27938351" y="30454175"/>
            <a:ext cx="14483390" cy="1384995"/>
          </a:xfrm>
          <a:prstGeom prst="rect">
            <a:avLst/>
          </a:prstGeom>
          <a:noFill/>
        </p:spPr>
        <p:txBody>
          <a:bodyPr wrap="square" rtlCol="0">
            <a:spAutoFit/>
          </a:bodyPr>
          <a:lstStyle/>
          <a:p>
            <a:pPr marL="114300" indent="-114300">
              <a:buFont typeface="Arial" panose="020B0604020202020204" pitchFamily="34" charset="0"/>
              <a:buChar char="•"/>
            </a:pPr>
            <a:r>
              <a:rPr lang="en-US" sz="1200" dirty="0">
                <a:solidFill>
                  <a:schemeClr val="tx1"/>
                </a:solidFill>
                <a:latin typeface="Sans Serif Collection" panose="020B0502040504020204" pitchFamily="34" charset="0"/>
                <a:ea typeface="Sans Serif Collection" panose="020B0502040504020204" pitchFamily="34" charset="0"/>
                <a:cs typeface="Sans Serif Collection" panose="020B0502040504020204" pitchFamily="34" charset="0"/>
              </a:rPr>
              <a:t>Dahlquist, K.D., Fitzpatrick, B.G., Camacho, E.T., </a:t>
            </a:r>
            <a:r>
              <a:rPr lang="en-US" sz="1200" dirty="0" err="1">
                <a:solidFill>
                  <a:schemeClr val="tx1"/>
                </a:solidFill>
                <a:latin typeface="Sans Serif Collection" panose="020B0502040504020204" pitchFamily="34" charset="0"/>
                <a:ea typeface="Sans Serif Collection" panose="020B0502040504020204" pitchFamily="34" charset="0"/>
                <a:cs typeface="Sans Serif Collection" panose="020B0502040504020204" pitchFamily="34" charset="0"/>
              </a:rPr>
              <a:t>Entzminger</a:t>
            </a:r>
            <a:r>
              <a:rPr lang="en-US" sz="1200" dirty="0">
                <a:solidFill>
                  <a:schemeClr val="tx1"/>
                </a:solidFill>
                <a:latin typeface="Sans Serif Collection" panose="020B0502040504020204" pitchFamily="34" charset="0"/>
                <a:ea typeface="Sans Serif Collection" panose="020B0502040504020204" pitchFamily="34" charset="0"/>
                <a:cs typeface="Sans Serif Collection" panose="020B0502040504020204" pitchFamily="34" charset="0"/>
              </a:rPr>
              <a:t>, S.D., &amp; </a:t>
            </a:r>
            <a:r>
              <a:rPr lang="en-US" sz="1200" dirty="0" err="1">
                <a:solidFill>
                  <a:schemeClr val="tx1"/>
                </a:solidFill>
                <a:latin typeface="Sans Serif Collection" panose="020B0502040504020204" pitchFamily="34" charset="0"/>
                <a:ea typeface="Sans Serif Collection" panose="020B0502040504020204" pitchFamily="34" charset="0"/>
                <a:cs typeface="Sans Serif Collection" panose="020B0502040504020204" pitchFamily="34" charset="0"/>
              </a:rPr>
              <a:t>Wanner</a:t>
            </a:r>
            <a:r>
              <a:rPr lang="en-US" sz="1200" dirty="0">
                <a:solidFill>
                  <a:schemeClr val="tx1"/>
                </a:solidFill>
                <a:latin typeface="Sans Serif Collection" panose="020B0502040504020204" pitchFamily="34" charset="0"/>
                <a:ea typeface="Sans Serif Collection" panose="020B0502040504020204" pitchFamily="34" charset="0"/>
                <a:cs typeface="Sans Serif Collection" panose="020B0502040504020204" pitchFamily="34" charset="0"/>
              </a:rPr>
              <a:t>, N.C. (2015) Parameter Estimation for Gene Regulatory Networks from Microarray Data: Cold Shock Response in Saccharomyces cerevisiae. </a:t>
            </a:r>
            <a:r>
              <a:rPr lang="en-US" sz="1200" i="1" dirty="0">
                <a:solidFill>
                  <a:schemeClr val="tx1"/>
                </a:solidFill>
                <a:latin typeface="Sans Serif Collection" panose="020B0502040504020204" pitchFamily="34" charset="0"/>
                <a:ea typeface="Sans Serif Collection" panose="020B0502040504020204" pitchFamily="34" charset="0"/>
                <a:cs typeface="Sans Serif Collection" panose="020B0502040504020204" pitchFamily="34" charset="0"/>
              </a:rPr>
              <a:t>Bulletin of Mathematical Biology</a:t>
            </a:r>
            <a:r>
              <a:rPr lang="en-US" sz="1200" dirty="0">
                <a:solidFill>
                  <a:schemeClr val="tx1"/>
                </a:solidFill>
                <a:latin typeface="Sans Serif Collection" panose="020B0502040504020204" pitchFamily="34" charset="0"/>
                <a:ea typeface="Sans Serif Collection" panose="020B0502040504020204" pitchFamily="34" charset="0"/>
                <a:cs typeface="Sans Serif Collection" panose="020B0502040504020204" pitchFamily="34" charset="0"/>
              </a:rPr>
              <a:t>, </a:t>
            </a:r>
            <a:r>
              <a:rPr lang="en-US" sz="1200" i="1" dirty="0">
                <a:solidFill>
                  <a:schemeClr val="tx1"/>
                </a:solidFill>
                <a:latin typeface="Sans Serif Collection" panose="020B0502040504020204" pitchFamily="34" charset="0"/>
                <a:ea typeface="Sans Serif Collection" panose="020B0502040504020204" pitchFamily="34" charset="0"/>
                <a:cs typeface="Sans Serif Collection" panose="020B0502040504020204" pitchFamily="34" charset="0"/>
              </a:rPr>
              <a:t>77</a:t>
            </a:r>
            <a:r>
              <a:rPr lang="en-US" sz="1200" dirty="0">
                <a:solidFill>
                  <a:schemeClr val="tx1"/>
                </a:solidFill>
                <a:latin typeface="Sans Serif Collection" panose="020B0502040504020204" pitchFamily="34" charset="0"/>
                <a:ea typeface="Sans Serif Collection" panose="020B0502040504020204" pitchFamily="34" charset="0"/>
                <a:cs typeface="Sans Serif Collection" panose="020B0502040504020204" pitchFamily="34" charset="0"/>
              </a:rPr>
              <a:t>(8), 1457-1492. </a:t>
            </a:r>
            <a:r>
              <a:rPr lang="en-US" sz="1200" dirty="0" err="1">
                <a:solidFill>
                  <a:schemeClr val="tx1"/>
                </a:solidFill>
                <a:latin typeface="Sans Serif Collection" panose="020B0502040504020204" pitchFamily="34" charset="0"/>
                <a:ea typeface="Sans Serif Collection" panose="020B0502040504020204" pitchFamily="34" charset="0"/>
                <a:cs typeface="Sans Serif Collection" panose="020B0502040504020204" pitchFamily="34" charset="0"/>
              </a:rPr>
              <a:t>doi</a:t>
            </a:r>
            <a:r>
              <a:rPr lang="en-US" sz="1200" dirty="0">
                <a:solidFill>
                  <a:schemeClr val="tx1"/>
                </a:solidFill>
                <a:latin typeface="Sans Serif Collection" panose="020B0502040504020204" pitchFamily="34" charset="0"/>
                <a:ea typeface="Sans Serif Collection" panose="020B0502040504020204" pitchFamily="34" charset="0"/>
                <a:cs typeface="Sans Serif Collection" panose="020B0502040504020204" pitchFamily="34" charset="0"/>
              </a:rPr>
              <a:t>: 10.1007/s11538-015-0092-6</a:t>
            </a:r>
          </a:p>
          <a:p>
            <a:pPr marL="114300" indent="-114300">
              <a:buFont typeface="Arial" panose="020B0604020202020204" pitchFamily="34" charset="0"/>
              <a:buChar char="•"/>
            </a:pPr>
            <a:r>
              <a:rPr lang="en-US" sz="1200" dirty="0">
                <a:latin typeface="Sans Serif Collection" panose="020B0502040504020204" pitchFamily="34" charset="0"/>
                <a:ea typeface="Sans Serif Collection" panose="020B0502040504020204" pitchFamily="34" charset="0"/>
                <a:cs typeface="Sans Serif Collection" panose="020B0502040504020204" pitchFamily="34" charset="0"/>
              </a:rPr>
              <a:t>Dahlquist, K.D., Dionisio, J.D.N., Fitzpatrick, B.G., Anguiano, N.A., Varshneya, A., Southwick, B.J., &amp; Samdarshi, M. (2016) </a:t>
            </a:r>
            <a:r>
              <a:rPr lang="en-US" sz="1200" dirty="0" err="1">
                <a:latin typeface="Sans Serif Collection" panose="020B0502040504020204" pitchFamily="34" charset="0"/>
                <a:ea typeface="Sans Serif Collection" panose="020B0502040504020204" pitchFamily="34" charset="0"/>
                <a:cs typeface="Sans Serif Collection" panose="020B0502040504020204" pitchFamily="34" charset="0"/>
              </a:rPr>
              <a:t>GRNsight</a:t>
            </a:r>
            <a:r>
              <a:rPr lang="en-US" sz="1200" dirty="0">
                <a:latin typeface="Sans Serif Collection" panose="020B0502040504020204" pitchFamily="34" charset="0"/>
                <a:ea typeface="Sans Serif Collection" panose="020B0502040504020204" pitchFamily="34" charset="0"/>
                <a:cs typeface="Sans Serif Collection" panose="020B0502040504020204" pitchFamily="34" charset="0"/>
              </a:rPr>
              <a:t>: a web application and service for visualizing models of small- to medium-scale gene regulatory networks. </a:t>
            </a:r>
            <a:r>
              <a:rPr lang="en-US" sz="1200" i="1" dirty="0" err="1">
                <a:latin typeface="Sans Serif Collection" panose="020B0502040504020204" pitchFamily="34" charset="0"/>
                <a:ea typeface="Sans Serif Collection" panose="020B0502040504020204" pitchFamily="34" charset="0"/>
                <a:cs typeface="Sans Serif Collection" panose="020B0502040504020204" pitchFamily="34" charset="0"/>
              </a:rPr>
              <a:t>PeerJ</a:t>
            </a:r>
            <a:r>
              <a:rPr lang="en-US" sz="1200" i="1" dirty="0">
                <a:latin typeface="Sans Serif Collection" panose="020B0502040504020204" pitchFamily="34" charset="0"/>
                <a:ea typeface="Sans Serif Collection" panose="020B0502040504020204" pitchFamily="34" charset="0"/>
                <a:cs typeface="Sans Serif Collection" panose="020B0502040504020204" pitchFamily="34" charset="0"/>
              </a:rPr>
              <a:t> Computer Science</a:t>
            </a:r>
            <a:r>
              <a:rPr lang="en-US" sz="1200" dirty="0">
                <a:latin typeface="Sans Serif Collection" panose="020B0502040504020204" pitchFamily="34" charset="0"/>
                <a:ea typeface="Sans Serif Collection" panose="020B0502040504020204" pitchFamily="34" charset="0"/>
                <a:cs typeface="Sans Serif Collection" panose="020B0502040504020204" pitchFamily="34" charset="0"/>
              </a:rPr>
              <a:t>, 2, e85. </a:t>
            </a:r>
            <a:r>
              <a:rPr lang="en-US" sz="1200" dirty="0" err="1">
                <a:latin typeface="Sans Serif Collection" panose="020B0502040504020204" pitchFamily="34" charset="0"/>
                <a:ea typeface="Sans Serif Collection" panose="020B0502040504020204" pitchFamily="34" charset="0"/>
                <a:cs typeface="Sans Serif Collection" panose="020B0502040504020204" pitchFamily="34" charset="0"/>
              </a:rPr>
              <a:t>doi</a:t>
            </a:r>
            <a:r>
              <a:rPr lang="en-US" sz="1200" dirty="0">
                <a:latin typeface="Sans Serif Collection" panose="020B0502040504020204" pitchFamily="34" charset="0"/>
                <a:ea typeface="Sans Serif Collection" panose="020B0502040504020204" pitchFamily="34" charset="0"/>
                <a:cs typeface="Sans Serif Collection" panose="020B0502040504020204" pitchFamily="34" charset="0"/>
              </a:rPr>
              <a:t>: 10.7717/peerj-cs.85</a:t>
            </a:r>
          </a:p>
          <a:p>
            <a:pPr marL="114300" indent="-114300">
              <a:buFont typeface="Arial" panose="020B0604020202020204" pitchFamily="34" charset="0"/>
              <a:buChar char="•"/>
            </a:pPr>
            <a:r>
              <a:rPr lang="en-US" sz="1200" dirty="0">
                <a:latin typeface="Sans Serif Collection" panose="020B0502040504020204" pitchFamily="34" charset="0"/>
                <a:ea typeface="Sans Serif Collection" panose="020B0502040504020204" pitchFamily="34" charset="0"/>
                <a:cs typeface="Sans Serif Collection" panose="020B0502040504020204" pitchFamily="34" charset="0"/>
              </a:rPr>
              <a:t>Dahlquist, K.D., Abdulla, H., Arnell, A.J., Arsan, C., Baker, J.M., Carson, R.M., … &amp; Zapata, B.B. (2018). Global transcriptional response of wild type and transcription factor deletion strains of </a:t>
            </a:r>
            <a:r>
              <a:rPr lang="en-US" sz="1200" i="1" dirty="0">
                <a:latin typeface="Sans Serif Collection" panose="020B0502040504020204" pitchFamily="34" charset="0"/>
                <a:ea typeface="Sans Serif Collection" panose="020B0502040504020204" pitchFamily="34" charset="0"/>
                <a:cs typeface="Sans Serif Collection" panose="020B0502040504020204" pitchFamily="34" charset="0"/>
              </a:rPr>
              <a:t>Saccharomyces cerevisiae</a:t>
            </a:r>
            <a:r>
              <a:rPr lang="en-US" sz="1200" dirty="0">
                <a:latin typeface="Sans Serif Collection" panose="020B0502040504020204" pitchFamily="34" charset="0"/>
                <a:ea typeface="Sans Serif Collection" panose="020B0502040504020204" pitchFamily="34" charset="0"/>
                <a:cs typeface="Sans Serif Collection" panose="020B0502040504020204" pitchFamily="34" charset="0"/>
              </a:rPr>
              <a:t> to the environmental stress of cold shock and subsequent recovery. GEO Dataset GSE83656. https://www.ncbi.nlm.nih.gov/geo/query/acc.cgi?acc=GSE83656</a:t>
            </a:r>
          </a:p>
          <a:p>
            <a:pPr marL="114300" indent="-114300">
              <a:buFont typeface="Arial" panose="020B0604020202020204" pitchFamily="34" charset="0"/>
              <a:buChar char="•"/>
            </a:pPr>
            <a:r>
              <a:rPr lang="en-US" sz="1200" dirty="0" err="1">
                <a:solidFill>
                  <a:schemeClr val="tx1"/>
                </a:solidFill>
                <a:latin typeface="Sans Serif Collection" panose="020B0502040504020204" pitchFamily="34" charset="0"/>
                <a:ea typeface="Sans Serif Collection" panose="020B0502040504020204" pitchFamily="34" charset="0"/>
                <a:cs typeface="Sans Serif Collection" panose="020B0502040504020204" pitchFamily="34" charset="0"/>
              </a:rPr>
              <a:t>Neymotin</a:t>
            </a:r>
            <a:r>
              <a:rPr lang="en-US" sz="1200" dirty="0">
                <a:solidFill>
                  <a:schemeClr val="tx1"/>
                </a:solidFill>
                <a:latin typeface="Sans Serif Collection" panose="020B0502040504020204" pitchFamily="34" charset="0"/>
                <a:ea typeface="Sans Serif Collection" panose="020B0502040504020204" pitchFamily="34" charset="0"/>
                <a:cs typeface="Sans Serif Collection" panose="020B0502040504020204" pitchFamily="34" charset="0"/>
              </a:rPr>
              <a:t>, B., Athanasiadou, R., &amp; Gresham, D. (2014). Determination of in vivo RNA kinetics using RATE-seq. </a:t>
            </a:r>
            <a:r>
              <a:rPr lang="en-US" sz="1200" dirty="0" err="1">
                <a:solidFill>
                  <a:schemeClr val="tx1"/>
                </a:solidFill>
                <a:latin typeface="Sans Serif Collection" panose="020B0502040504020204" pitchFamily="34" charset="0"/>
                <a:ea typeface="Sans Serif Collection" panose="020B0502040504020204" pitchFamily="34" charset="0"/>
                <a:cs typeface="Sans Serif Collection" panose="020B0502040504020204" pitchFamily="34" charset="0"/>
              </a:rPr>
              <a:t>Rna</a:t>
            </a:r>
            <a:r>
              <a:rPr lang="en-US" sz="1200" dirty="0">
                <a:solidFill>
                  <a:schemeClr val="tx1"/>
                </a:solidFill>
                <a:latin typeface="Sans Serif Collection" panose="020B0502040504020204" pitchFamily="34" charset="0"/>
                <a:ea typeface="Sans Serif Collection" panose="020B0502040504020204" pitchFamily="34" charset="0"/>
                <a:cs typeface="Sans Serif Collection" panose="020B0502040504020204" pitchFamily="34" charset="0"/>
              </a:rPr>
              <a:t>, 20(10), 1645-1652. </a:t>
            </a:r>
            <a:r>
              <a:rPr lang="en-US" sz="1200" dirty="0" err="1">
                <a:solidFill>
                  <a:schemeClr val="tx1"/>
                </a:solidFill>
                <a:latin typeface="Sans Serif Collection" panose="020B0502040504020204" pitchFamily="34" charset="0"/>
                <a:ea typeface="Sans Serif Collection" panose="020B0502040504020204" pitchFamily="34" charset="0"/>
                <a:cs typeface="Sans Serif Collection" panose="020B0502040504020204" pitchFamily="34" charset="0"/>
              </a:rPr>
              <a:t>doi</a:t>
            </a:r>
            <a:r>
              <a:rPr lang="en-US" sz="1200" dirty="0">
                <a:solidFill>
                  <a:schemeClr val="tx1"/>
                </a:solidFill>
                <a:latin typeface="Sans Serif Collection" panose="020B0502040504020204" pitchFamily="34" charset="0"/>
                <a:ea typeface="Sans Serif Collection" panose="020B0502040504020204" pitchFamily="34" charset="0"/>
                <a:cs typeface="Sans Serif Collection" panose="020B0502040504020204" pitchFamily="34" charset="0"/>
              </a:rPr>
              <a:t>: 10.1261/rna.045104.114</a:t>
            </a:r>
          </a:p>
        </p:txBody>
      </p:sp>
      <p:grpSp>
        <p:nvGrpSpPr>
          <p:cNvPr id="16" name="Group 15">
            <a:extLst>
              <a:ext uri="{FF2B5EF4-FFF2-40B4-BE49-F238E27FC236}">
                <a16:creationId xmlns:a16="http://schemas.microsoft.com/office/drawing/2014/main" id="{18C07F00-173B-A860-9A89-94DFAD1F3901}"/>
              </a:ext>
            </a:extLst>
          </p:cNvPr>
          <p:cNvGrpSpPr/>
          <p:nvPr/>
        </p:nvGrpSpPr>
        <p:grpSpPr>
          <a:xfrm>
            <a:off x="6885796" y="21983891"/>
            <a:ext cx="3799580" cy="2737507"/>
            <a:chOff x="7005403" y="18822562"/>
            <a:chExt cx="3799580" cy="2737507"/>
          </a:xfrm>
        </p:grpSpPr>
        <p:pic>
          <p:nvPicPr>
            <p:cNvPr id="139" name="Picture 2" descr="figure01a"/>
            <p:cNvPicPr>
              <a:picLocks noChangeAspect="1" noChangeArrowheads="1"/>
            </p:cNvPicPr>
            <p:nvPr/>
          </p:nvPicPr>
          <p:blipFill>
            <a:blip r:embed="rId4" cstate="email">
              <a:extLst>
                <a:ext uri="{28A0092B-C50C-407E-A947-70E740481C1C}">
                  <a14:useLocalDpi xmlns:a14="http://schemas.microsoft.com/office/drawing/2010/main" val="0"/>
                </a:ext>
              </a:extLst>
            </a:blip>
            <a:srcRect/>
            <a:stretch>
              <a:fillRect/>
            </a:stretch>
          </p:blipFill>
          <p:spPr bwMode="auto">
            <a:xfrm>
              <a:off x="7005403" y="18822562"/>
              <a:ext cx="3650008" cy="27375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5" name="TextBox 134"/>
            <p:cNvSpPr txBox="1"/>
            <p:nvPr/>
          </p:nvSpPr>
          <p:spPr>
            <a:xfrm>
              <a:off x="9050977" y="21247654"/>
              <a:ext cx="1754006" cy="276999"/>
            </a:xfrm>
            <a:prstGeom prst="rect">
              <a:avLst/>
            </a:prstGeom>
            <a:noFill/>
          </p:spPr>
          <p:txBody>
            <a:bodyPr wrap="none" rtlCol="0">
              <a:spAutoFit/>
            </a:bodyPr>
            <a:lstStyle/>
            <a:p>
              <a:r>
                <a:rPr lang="en-US" sz="1200" b="1" dirty="0" err="1">
                  <a:latin typeface="Sans Serif Collection" panose="020B0502040504020204" pitchFamily="34" charset="0"/>
                  <a:ea typeface="Sans Serif Collection" panose="020B0502040504020204" pitchFamily="34" charset="0"/>
                  <a:cs typeface="Sans Serif Collection" panose="020B0502040504020204" pitchFamily="34" charset="0"/>
                </a:rPr>
                <a:t>Dahlquist</a:t>
              </a:r>
              <a:r>
                <a:rPr lang="en-US" sz="1200" b="1" dirty="0">
                  <a:latin typeface="Sans Serif Collection" panose="020B0502040504020204" pitchFamily="34" charset="0"/>
                  <a:ea typeface="Sans Serif Collection" panose="020B0502040504020204" pitchFamily="34" charset="0"/>
                  <a:cs typeface="Sans Serif Collection" panose="020B0502040504020204" pitchFamily="34" charset="0"/>
                </a:rPr>
                <a:t> et al. (2015)</a:t>
              </a:r>
            </a:p>
          </p:txBody>
        </p:sp>
      </p:grpSp>
      <p:grpSp>
        <p:nvGrpSpPr>
          <p:cNvPr id="2" name="Group 1"/>
          <p:cNvGrpSpPr/>
          <p:nvPr/>
        </p:nvGrpSpPr>
        <p:grpSpPr>
          <a:xfrm>
            <a:off x="577351" y="631663"/>
            <a:ext cx="42736498" cy="4968090"/>
            <a:chOff x="577351" y="631663"/>
            <a:chExt cx="42736498" cy="4968090"/>
          </a:xfrm>
        </p:grpSpPr>
        <p:sp>
          <p:nvSpPr>
            <p:cNvPr id="3" name="Rounded Rectangle 2"/>
            <p:cNvSpPr/>
            <p:nvPr/>
          </p:nvSpPr>
          <p:spPr>
            <a:xfrm>
              <a:off x="577351" y="631663"/>
              <a:ext cx="42736498" cy="4968090"/>
            </a:xfrm>
            <a:prstGeom prst="roundRect">
              <a:avLst/>
            </a:prstGeom>
            <a:solidFill>
              <a:schemeClr val="bg1"/>
            </a:solidFill>
            <a:ln w="57150">
              <a:solidFill>
                <a:srgbClr val="16693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pic>
          <p:nvPicPr>
            <p:cNvPr id="38" name="Picture 37"/>
            <p:cNvPicPr>
              <a:picLocks noChangeAspect="1"/>
            </p:cNvPicPr>
            <p:nvPr/>
          </p:nvPicPr>
          <p:blipFill rotWithShape="1">
            <a:blip r:embed="rId9"/>
            <a:srcRect b="8674"/>
            <a:stretch/>
          </p:blipFill>
          <p:spPr>
            <a:xfrm>
              <a:off x="37853757" y="2485239"/>
              <a:ext cx="5099916" cy="2756983"/>
            </a:xfrm>
            <a:prstGeom prst="rect">
              <a:avLst/>
            </a:prstGeom>
            <a:ln>
              <a:noFill/>
            </a:ln>
          </p:spPr>
        </p:pic>
        <p:sp>
          <p:nvSpPr>
            <p:cNvPr id="5" name="Rectangle 4"/>
            <p:cNvSpPr/>
            <p:nvPr/>
          </p:nvSpPr>
          <p:spPr>
            <a:xfrm>
              <a:off x="2576299" y="933357"/>
              <a:ext cx="38738601" cy="4585871"/>
            </a:xfrm>
            <a:prstGeom prst="rect">
              <a:avLst/>
            </a:prstGeom>
            <a:ln>
              <a:noFill/>
            </a:ln>
          </p:spPr>
          <p:txBody>
            <a:bodyPr wrap="square">
              <a:spAutoFit/>
            </a:bodyPr>
            <a:lstStyle/>
            <a:p>
              <a:pPr algn="ctr"/>
              <a:r>
                <a:rPr lang="en-US" sz="6600" b="1" dirty="0">
                  <a:solidFill>
                    <a:srgbClr val="16693F"/>
                  </a:solidFill>
                  <a:latin typeface="Sans Serif Collection" panose="020B0502040504020204" pitchFamily="34" charset="0"/>
                  <a:ea typeface="Sans Serif Collection" panose="020B0502040504020204" pitchFamily="34" charset="0"/>
                  <a:cs typeface="Sans Serif Collection" panose="020B0502040504020204" pitchFamily="34" charset="0"/>
                </a:rPr>
                <a:t>Accuracy of parameter estimation for a simple gene regulatory network model is sensitive to the number of parameters estimated and the magnitude and direction of regulatory relationships</a:t>
              </a:r>
            </a:p>
            <a:p>
              <a:pPr algn="ctr"/>
              <a:r>
                <a:rPr lang="en-US" sz="3600" b="1" dirty="0">
                  <a:latin typeface="Sans Serif Collection" panose="020B0502040504020204" pitchFamily="34" charset="0"/>
                  <a:ea typeface="Sans Serif Collection" panose="020B0502040504020204" pitchFamily="34" charset="0"/>
                  <a:cs typeface="Sans Serif Collection" panose="020B0502040504020204" pitchFamily="34" charset="0"/>
                </a:rPr>
                <a:t>Nikki C. Chun</a:t>
              </a:r>
              <a:r>
                <a:rPr lang="en-US" sz="3600" b="1" baseline="30000" dirty="0">
                  <a:latin typeface="Sans Serif Collection" panose="020B0502040504020204" pitchFamily="34" charset="0"/>
                  <a:ea typeface="Sans Serif Collection" panose="020B0502040504020204" pitchFamily="34" charset="0"/>
                  <a:cs typeface="Sans Serif Collection" panose="020B0502040504020204" pitchFamily="34" charset="0"/>
                </a:rPr>
                <a:t>1,2</a:t>
              </a:r>
              <a:r>
                <a:rPr lang="en-US" sz="3600" b="1" dirty="0">
                  <a:latin typeface="Sans Serif Collection" panose="020B0502040504020204" pitchFamily="34" charset="0"/>
                  <a:ea typeface="Sans Serif Collection" panose="020B0502040504020204" pitchFamily="34" charset="0"/>
                  <a:cs typeface="Sans Serif Collection" panose="020B0502040504020204" pitchFamily="34" charset="0"/>
                </a:rPr>
                <a:t>, Kam D. Dahlquist</a:t>
              </a:r>
              <a:r>
                <a:rPr lang="en-US" sz="3600" b="1" baseline="30000" dirty="0">
                  <a:latin typeface="Sans Serif Collection" panose="020B0502040504020204" pitchFamily="34" charset="0"/>
                  <a:ea typeface="Sans Serif Collection" panose="020B0502040504020204" pitchFamily="34" charset="0"/>
                  <a:cs typeface="Sans Serif Collection" panose="020B0502040504020204" pitchFamily="34" charset="0"/>
                </a:rPr>
                <a:t>1</a:t>
              </a:r>
              <a:r>
                <a:rPr lang="en-US" sz="3600" b="1" dirty="0">
                  <a:latin typeface="Sans Serif Collection" panose="020B0502040504020204" pitchFamily="34" charset="0"/>
                  <a:ea typeface="Sans Serif Collection" panose="020B0502040504020204" pitchFamily="34" charset="0"/>
                  <a:cs typeface="Sans Serif Collection" panose="020B0502040504020204" pitchFamily="34" charset="0"/>
                </a:rPr>
                <a:t>, Ben G. Fitzpatrick</a:t>
              </a:r>
              <a:r>
                <a:rPr lang="en-US" sz="3600" b="1" baseline="30000" dirty="0">
                  <a:latin typeface="Sans Serif Collection" panose="020B0502040504020204" pitchFamily="34" charset="0"/>
                  <a:ea typeface="Sans Serif Collection" panose="020B0502040504020204" pitchFamily="34" charset="0"/>
                  <a:cs typeface="Sans Serif Collection" panose="020B0502040504020204" pitchFamily="34" charset="0"/>
                </a:rPr>
                <a:t>2</a:t>
              </a:r>
              <a:endParaRPr lang="en-US" b="1" baseline="30000" dirty="0">
                <a:latin typeface="Sans Serif Collection" panose="020B0502040504020204" pitchFamily="34" charset="0"/>
                <a:ea typeface="Sans Serif Collection" panose="020B0502040504020204" pitchFamily="34" charset="0"/>
                <a:cs typeface="Sans Serif Collection" panose="020B0502040504020204" pitchFamily="34" charset="0"/>
              </a:endParaRPr>
            </a:p>
            <a:p>
              <a:pPr algn="ctr"/>
              <a:r>
                <a:rPr lang="en-US" sz="2800" b="1" dirty="0">
                  <a:latin typeface="Sans Serif Collection" panose="020B0502040504020204" pitchFamily="34" charset="0"/>
                  <a:ea typeface="Sans Serif Collection" panose="020B0502040504020204" pitchFamily="34" charset="0"/>
                  <a:cs typeface="Sans Serif Collection" panose="020B0502040504020204" pitchFamily="34" charset="0"/>
                </a:rPr>
                <a:t>Departments of </a:t>
              </a:r>
              <a:r>
                <a:rPr lang="en-US" sz="2800" b="1" baseline="30000" dirty="0">
                  <a:latin typeface="Sans Serif Collection" panose="020B0502040504020204" pitchFamily="34" charset="0"/>
                  <a:ea typeface="Sans Serif Collection" panose="020B0502040504020204" pitchFamily="34" charset="0"/>
                  <a:cs typeface="Sans Serif Collection" panose="020B0502040504020204" pitchFamily="34" charset="0"/>
                </a:rPr>
                <a:t>1</a:t>
              </a:r>
              <a:r>
                <a:rPr lang="en-US" sz="2800" b="1" dirty="0">
                  <a:latin typeface="Sans Serif Collection" panose="020B0502040504020204" pitchFamily="34" charset="0"/>
                  <a:ea typeface="Sans Serif Collection" panose="020B0502040504020204" pitchFamily="34" charset="0"/>
                  <a:cs typeface="Sans Serif Collection" panose="020B0502040504020204" pitchFamily="34" charset="0"/>
                </a:rPr>
                <a:t>Biology and </a:t>
              </a:r>
              <a:r>
                <a:rPr lang="en-US" sz="2800" b="1" baseline="30000" dirty="0">
                  <a:latin typeface="Sans Serif Collection" panose="020B0502040504020204" pitchFamily="34" charset="0"/>
                  <a:ea typeface="Sans Serif Collection" panose="020B0502040504020204" pitchFamily="34" charset="0"/>
                  <a:cs typeface="Sans Serif Collection" panose="020B0502040504020204" pitchFamily="34" charset="0"/>
                </a:rPr>
                <a:t>2</a:t>
              </a:r>
              <a:r>
                <a:rPr lang="en-US" sz="2800" b="1" dirty="0">
                  <a:latin typeface="Sans Serif Collection" panose="020B0502040504020204" pitchFamily="34" charset="0"/>
                  <a:ea typeface="Sans Serif Collection" panose="020B0502040504020204" pitchFamily="34" charset="0"/>
                  <a:cs typeface="Sans Serif Collection" panose="020B0502040504020204" pitchFamily="34" charset="0"/>
                </a:rPr>
                <a:t>Mathematics, Statistics, and Data Science, Loyola Marymount University, 1 LMU Drive, Los Angeles, CA 90045 USA</a:t>
              </a:r>
            </a:p>
            <a:p>
              <a:pPr algn="ctr"/>
              <a:endParaRPr lang="en-US" sz="800" dirty="0">
                <a:latin typeface="Sans Serif Collection" panose="020B0502040504020204" pitchFamily="34" charset="0"/>
                <a:ea typeface="Sans Serif Collection" panose="020B0502040504020204" pitchFamily="34" charset="0"/>
                <a:cs typeface="Sans Serif Collection" panose="020B0502040504020204" pitchFamily="34" charset="0"/>
              </a:endParaRPr>
            </a:p>
            <a:p>
              <a:pPr algn="ctr"/>
              <a:endParaRPr lang="en-US" sz="800" dirty="0">
                <a:latin typeface="Sans Serif Collection" panose="020B0502040504020204" pitchFamily="34" charset="0"/>
                <a:ea typeface="Sans Serif Collection" panose="020B0502040504020204" pitchFamily="34" charset="0"/>
                <a:cs typeface="Sans Serif Collection" panose="020B0502040504020204" pitchFamily="34" charset="0"/>
              </a:endParaRPr>
            </a:p>
            <a:p>
              <a:pPr algn="ctr"/>
              <a:endParaRPr lang="en-US" sz="4000" b="1" dirty="0">
                <a:solidFill>
                  <a:srgbClr val="16693F"/>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a:p>
              <a:pPr algn="ctr"/>
              <a:r>
                <a:rPr lang="en-US" sz="4000" b="1" dirty="0">
                  <a:solidFill>
                    <a:srgbClr val="16693F"/>
                  </a:solidFill>
                  <a:latin typeface="Sans Serif Collection" panose="020B0502040504020204" pitchFamily="34" charset="0"/>
                  <a:ea typeface="Sans Serif Collection" panose="020B0502040504020204" pitchFamily="34" charset="0"/>
                  <a:cs typeface="Sans Serif Collection" panose="020B0502040504020204" pitchFamily="34" charset="0"/>
                </a:rPr>
                <a:t>http://kdahlquist.github.io/GRNmap/</a:t>
              </a:r>
              <a:r>
                <a:rPr lang="en-US" sz="4000" b="1" dirty="0">
                  <a:latin typeface="Sans Serif Collection" panose="020B0502040504020204" pitchFamily="34" charset="0"/>
                  <a:ea typeface="Sans Serif Collection" panose="020B0502040504020204" pitchFamily="34" charset="0"/>
                  <a:cs typeface="Sans Serif Collection" panose="020B0502040504020204" pitchFamily="34" charset="0"/>
                </a:rPr>
                <a:t> and </a:t>
              </a:r>
              <a:r>
                <a:rPr lang="en-US" sz="4000" b="1" dirty="0">
                  <a:solidFill>
                    <a:srgbClr val="16693F"/>
                  </a:solidFill>
                  <a:latin typeface="Sans Serif Collection" panose="020B0502040504020204" pitchFamily="34" charset="0"/>
                  <a:ea typeface="Sans Serif Collection" panose="020B0502040504020204" pitchFamily="34" charset="0"/>
                  <a:cs typeface="Sans Serif Collection" panose="020B0502040504020204" pitchFamily="34" charset="0"/>
                </a:rPr>
                <a:t>http://dondi.github.io/GRNsight/</a:t>
              </a:r>
            </a:p>
          </p:txBody>
        </p:sp>
        <p:pic>
          <p:nvPicPr>
            <p:cNvPr id="141" name="Picture 140"/>
            <p:cNvPicPr>
              <a:picLocks noChangeAspect="1"/>
            </p:cNvPicPr>
            <p:nvPr/>
          </p:nvPicPr>
          <p:blipFill>
            <a:blip r:embed="rId10">
              <a:extLst>
                <a:ext uri="{837473B0-CC2E-450A-ABE3-18F120FF3D39}">
                  <a1611:picAttrSrcUrl xmlns:a1611="http://schemas.microsoft.com/office/drawing/2016/11/main" r:id="rId11"/>
                </a:ext>
              </a:extLst>
            </a:blip>
            <a:srcRect/>
            <a:stretch/>
          </p:blipFill>
          <p:spPr>
            <a:xfrm>
              <a:off x="971821" y="2582456"/>
              <a:ext cx="2722194" cy="2756983"/>
            </a:xfrm>
            <a:prstGeom prst="rect">
              <a:avLst/>
            </a:prstGeom>
          </p:spPr>
        </p:pic>
      </p:grpSp>
      <p:sp>
        <p:nvSpPr>
          <p:cNvPr id="113" name="TextBox 112"/>
          <p:cNvSpPr txBox="1"/>
          <p:nvPr/>
        </p:nvSpPr>
        <p:spPr>
          <a:xfrm>
            <a:off x="593437" y="20891577"/>
            <a:ext cx="9838213" cy="1107996"/>
          </a:xfrm>
          <a:prstGeom prst="rect">
            <a:avLst/>
          </a:prstGeom>
          <a:noFill/>
        </p:spPr>
        <p:txBody>
          <a:bodyPr wrap="square" rtlCol="0">
            <a:spAutoFit/>
          </a:bodyPr>
          <a:lstStyle/>
          <a:p>
            <a:pPr marL="228600" indent="-228600">
              <a:buFont typeface="Arial" panose="020B0604020202020204" pitchFamily="34" charset="0"/>
              <a:buChar char="•"/>
            </a:pPr>
            <a:r>
              <a:rPr lang="en-US" sz="2200" dirty="0">
                <a:latin typeface="Sans Serif Collection" panose="020B0502040504020204" pitchFamily="34" charset="0"/>
                <a:ea typeface="Sans Serif Collection" panose="020B0502040504020204" pitchFamily="34" charset="0"/>
                <a:cs typeface="Sans Serif Collection" panose="020B0502040504020204" pitchFamily="34" charset="0"/>
              </a:rPr>
              <a:t>Model is coded in MATLAB.</a:t>
            </a:r>
          </a:p>
          <a:p>
            <a:pPr marL="228600" indent="-228600">
              <a:buFont typeface="Arial" panose="020B0604020202020204" pitchFamily="34" charset="0"/>
              <a:buChar char="•"/>
            </a:pPr>
            <a:r>
              <a:rPr lang="en-US" sz="2200" dirty="0">
                <a:latin typeface="Sans Serif Collection" panose="020B0502040504020204" pitchFamily="34" charset="0"/>
                <a:ea typeface="Sans Serif Collection" panose="020B0502040504020204" pitchFamily="34" charset="0"/>
                <a:cs typeface="Sans Serif Collection" panose="020B0502040504020204" pitchFamily="34" charset="0"/>
              </a:rPr>
              <a:t>GRNmap takes the input mRNA expression and degradation rate data and estimates parameters using a penalized least squares approach.</a:t>
            </a:r>
          </a:p>
        </p:txBody>
      </p:sp>
      <p:sp>
        <p:nvSpPr>
          <p:cNvPr id="206" name="TextBox 205"/>
          <p:cNvSpPr txBox="1"/>
          <p:nvPr/>
        </p:nvSpPr>
        <p:spPr>
          <a:xfrm>
            <a:off x="34115842" y="26306737"/>
            <a:ext cx="3110147" cy="523220"/>
          </a:xfrm>
          <a:prstGeom prst="rect">
            <a:avLst/>
          </a:prstGeom>
          <a:noFill/>
        </p:spPr>
        <p:txBody>
          <a:bodyPr wrap="none" rtlCol="0">
            <a:spAutoFit/>
          </a:bodyPr>
          <a:lstStyle/>
          <a:p>
            <a:r>
              <a:rPr lang="en-US" sz="2800" b="1" dirty="0">
                <a:solidFill>
                  <a:srgbClr val="16693F"/>
                </a:solidFill>
                <a:latin typeface="Sans Serif Collection" panose="020B0502040504020204" pitchFamily="34" charset="0"/>
                <a:ea typeface="Sans Serif Collection" panose="020B0502040504020204" pitchFamily="34" charset="0"/>
                <a:cs typeface="Sans Serif Collection" panose="020B0502040504020204" pitchFamily="34" charset="0"/>
              </a:rPr>
              <a:t>Future Directions</a:t>
            </a:r>
          </a:p>
        </p:txBody>
      </p:sp>
      <p:sp>
        <p:nvSpPr>
          <p:cNvPr id="80" name="TextBox 79">
            <a:extLst>
              <a:ext uri="{FF2B5EF4-FFF2-40B4-BE49-F238E27FC236}">
                <a16:creationId xmlns:a16="http://schemas.microsoft.com/office/drawing/2014/main" id="{CD00F55C-DCF3-AD9F-C80F-8A7F1EC2EB34}"/>
              </a:ext>
            </a:extLst>
          </p:cNvPr>
          <p:cNvSpPr txBox="1"/>
          <p:nvPr/>
        </p:nvSpPr>
        <p:spPr>
          <a:xfrm>
            <a:off x="27938351" y="26671590"/>
            <a:ext cx="14989548" cy="2123658"/>
          </a:xfrm>
          <a:prstGeom prst="rect">
            <a:avLst/>
          </a:prstGeom>
          <a:noFill/>
        </p:spPr>
        <p:txBody>
          <a:bodyPr wrap="square">
            <a:spAutoFit/>
          </a:bodyPr>
          <a:lstStyle/>
          <a:p>
            <a:pPr marL="223838" indent="-223838">
              <a:buFont typeface="Arial" panose="020B0604020202020204" pitchFamily="34" charset="0"/>
              <a:buChar char="•"/>
            </a:pPr>
            <a:r>
              <a:rPr lang="en-US" sz="2200" dirty="0">
                <a:latin typeface="Sans Serif Collection" panose="020B0502040504020204" pitchFamily="34" charset="0"/>
                <a:ea typeface="Sans Serif Collection" panose="020B0502040504020204" pitchFamily="34" charset="0"/>
                <a:cs typeface="Sans Serif Collection" panose="020B0502040504020204" pitchFamily="34" charset="0"/>
              </a:rPr>
              <a:t>Model estimations for weight value permutations will be run for additional models to see if further patterns can be determined.</a:t>
            </a:r>
          </a:p>
          <a:p>
            <a:pPr marL="223838" indent="-223838">
              <a:buFont typeface="Arial" panose="020B0604020202020204" pitchFamily="34" charset="0"/>
              <a:buChar char="•"/>
            </a:pPr>
            <a:r>
              <a:rPr lang="en-US" sz="2200" dirty="0">
                <a:latin typeface="Sans Serif Collection" panose="020B0502040504020204" pitchFamily="34" charset="0"/>
                <a:ea typeface="Sans Serif Collection" panose="020B0502040504020204" pitchFamily="34" charset="0"/>
                <a:cs typeface="Sans Serif Collection" panose="020B0502040504020204" pitchFamily="34" charset="0"/>
              </a:rPr>
              <a:t>To determine biological significance, a we will run model estimations for three to five documented gene regulatory networks derived from the </a:t>
            </a:r>
            <a:r>
              <a:rPr lang="en-US" sz="2200" i="1" dirty="0">
                <a:latin typeface="Sans Serif Collection" panose="020B0502040504020204" pitchFamily="34" charset="0"/>
                <a:ea typeface="Sans Serif Collection" panose="020B0502040504020204" pitchFamily="34" charset="0"/>
                <a:cs typeface="Sans Serif Collection" panose="020B0502040504020204" pitchFamily="34" charset="0"/>
              </a:rPr>
              <a:t>Saccharomyces</a:t>
            </a:r>
            <a:r>
              <a:rPr lang="en-US" sz="2200" dirty="0">
                <a:latin typeface="Sans Serif Collection" panose="020B0502040504020204" pitchFamily="34" charset="0"/>
                <a:ea typeface="Sans Serif Collection" panose="020B0502040504020204" pitchFamily="34" charset="0"/>
                <a:cs typeface="Sans Serif Collection" panose="020B0502040504020204" pitchFamily="34" charset="0"/>
              </a:rPr>
              <a:t> Gene Database. </a:t>
            </a:r>
          </a:p>
          <a:p>
            <a:pPr marL="223838" indent="-223838">
              <a:buFont typeface="Arial" panose="020B0604020202020204" pitchFamily="34" charset="0"/>
              <a:buChar char="•"/>
            </a:pPr>
            <a:r>
              <a:rPr lang="en-US" sz="2200" dirty="0">
                <a:latin typeface="Sans Serif Collection" panose="020B0502040504020204" pitchFamily="34" charset="0"/>
                <a:ea typeface="Sans Serif Collection" panose="020B0502040504020204" pitchFamily="34" charset="0"/>
                <a:cs typeface="Sans Serif Collection" panose="020B0502040504020204" pitchFamily="34" charset="0"/>
              </a:rPr>
              <a:t>Future wet lab research will focus on collecting production rate data to be used in future models because we have determined the importance of the production rates for accurate modeling. </a:t>
            </a:r>
          </a:p>
        </p:txBody>
      </p:sp>
      <p:sp>
        <p:nvSpPr>
          <p:cNvPr id="215" name="TextBox 214"/>
          <p:cNvSpPr txBox="1"/>
          <p:nvPr/>
        </p:nvSpPr>
        <p:spPr>
          <a:xfrm>
            <a:off x="593437" y="24850912"/>
            <a:ext cx="10073222" cy="8525411"/>
          </a:xfrm>
          <a:prstGeom prst="rect">
            <a:avLst/>
          </a:prstGeom>
          <a:noFill/>
        </p:spPr>
        <p:txBody>
          <a:bodyPr wrap="square" rtlCol="0">
            <a:spAutoFit/>
          </a:bodyPr>
          <a:lstStyle/>
          <a:p>
            <a:pPr marL="228600" lvl="7" indent="-228600">
              <a:buFont typeface="Arial" panose="020B0604020202020204" pitchFamily="34" charset="0"/>
              <a:buChar char="•"/>
            </a:pPr>
            <a:r>
              <a:rPr lang="en-US" sz="2200" dirty="0">
                <a:latin typeface="Sans Serif Collection" panose="020B0502040504020204" pitchFamily="34" charset="0"/>
                <a:ea typeface="Sans Serif Collection" panose="020B0502040504020204" pitchFamily="34" charset="0"/>
                <a:cs typeface="Sans Serif Collection" panose="020B0502040504020204" pitchFamily="34" charset="0"/>
              </a:rPr>
              <a:t>Degradation rates for each gene were taken from mRNA half life data from </a:t>
            </a:r>
            <a:r>
              <a:rPr lang="en-US" sz="2200" dirty="0" err="1">
                <a:latin typeface="Sans Serif Collection" panose="020B0502040504020204" pitchFamily="34" charset="0"/>
                <a:ea typeface="Sans Serif Collection" panose="020B0502040504020204" pitchFamily="34" charset="0"/>
                <a:cs typeface="Sans Serif Collection" panose="020B0502040504020204" pitchFamily="34" charset="0"/>
              </a:rPr>
              <a:t>Neymotin</a:t>
            </a:r>
            <a:r>
              <a:rPr lang="en-US" sz="2200" dirty="0">
                <a:latin typeface="Sans Serif Collection" panose="020B0502040504020204" pitchFamily="34" charset="0"/>
                <a:ea typeface="Sans Serif Collection" panose="020B0502040504020204" pitchFamily="34" charset="0"/>
                <a:cs typeface="Sans Serif Collection" panose="020B0502040504020204" pitchFamily="34" charset="0"/>
              </a:rPr>
              <a:t> et al. (2014).</a:t>
            </a:r>
          </a:p>
          <a:p>
            <a:pPr marL="228600" lvl="7" indent="-228600">
              <a:buFont typeface="Arial" panose="020B0604020202020204" pitchFamily="34" charset="0"/>
              <a:buChar char="•"/>
            </a:pPr>
            <a:r>
              <a:rPr lang="en-US" sz="2200" dirty="0">
                <a:latin typeface="Sans Serif Collection" panose="020B0502040504020204" pitchFamily="34" charset="0"/>
                <a:ea typeface="Sans Serif Collection" panose="020B0502040504020204" pitchFamily="34" charset="0"/>
                <a:cs typeface="Sans Serif Collection" panose="020B0502040504020204" pitchFamily="34" charset="0"/>
              </a:rPr>
              <a:t>We use a sigmoidal production function where:</a:t>
            </a:r>
          </a:p>
          <a:p>
            <a:pPr marL="228600" lvl="8" indent="-228600">
              <a:buFont typeface="Arial" panose="020B0604020202020204" pitchFamily="34" charset="0"/>
              <a:buChar char="•"/>
            </a:pPr>
            <a:r>
              <a:rPr lang="en-US" sz="2200" i="1" dirty="0">
                <a:latin typeface="Sans Serif Collection" panose="020B0502040504020204" pitchFamily="34" charset="0"/>
                <a:ea typeface="Sans Serif Collection" panose="020B0502040504020204" pitchFamily="34" charset="0"/>
                <a:cs typeface="Sans Serif Collection" panose="020B0502040504020204" pitchFamily="34" charset="0"/>
              </a:rPr>
              <a:t>P</a:t>
            </a:r>
            <a:r>
              <a:rPr lang="en-US" sz="2200" i="1" baseline="-25000" dirty="0">
                <a:latin typeface="Sans Serif Collection" panose="020B0502040504020204" pitchFamily="34" charset="0"/>
                <a:ea typeface="Sans Serif Collection" panose="020B0502040504020204" pitchFamily="34" charset="0"/>
                <a:cs typeface="Sans Serif Collection" panose="020B0502040504020204" pitchFamily="34" charset="0"/>
              </a:rPr>
              <a:t>i</a:t>
            </a:r>
            <a:r>
              <a:rPr lang="en-US" sz="2200" dirty="0">
                <a:latin typeface="Sans Serif Collection" panose="020B0502040504020204" pitchFamily="34" charset="0"/>
                <a:ea typeface="Sans Serif Collection" panose="020B0502040504020204" pitchFamily="34" charset="0"/>
                <a:cs typeface="Sans Serif Collection" panose="020B0502040504020204" pitchFamily="34" charset="0"/>
              </a:rPr>
              <a:t> is mRNA production rate for gene </a:t>
            </a:r>
            <a:r>
              <a:rPr lang="en-US" sz="2200" i="1" dirty="0" err="1">
                <a:latin typeface="Sans Serif Collection" panose="020B0502040504020204" pitchFamily="34" charset="0"/>
                <a:ea typeface="Sans Serif Collection" panose="020B0502040504020204" pitchFamily="34" charset="0"/>
                <a:cs typeface="Sans Serif Collection" panose="020B0502040504020204" pitchFamily="34" charset="0"/>
              </a:rPr>
              <a:t>i</a:t>
            </a:r>
            <a:endParaRPr lang="en-US" sz="2200" dirty="0">
              <a:latin typeface="Sans Serif Collection" panose="020B0502040504020204" pitchFamily="34" charset="0"/>
              <a:ea typeface="Sans Serif Collection" panose="020B0502040504020204" pitchFamily="34" charset="0"/>
              <a:cs typeface="Sans Serif Collection" panose="020B0502040504020204" pitchFamily="34" charset="0"/>
            </a:endParaRPr>
          </a:p>
          <a:p>
            <a:pPr marL="228600" lvl="8" indent="-228600">
              <a:buFont typeface="Arial" panose="020B0604020202020204" pitchFamily="34" charset="0"/>
              <a:buChar char="•"/>
            </a:pPr>
            <a:r>
              <a:rPr lang="en-US" sz="2200" i="1" dirty="0">
                <a:latin typeface="Sans Serif Collection" panose="020B0502040504020204" pitchFamily="34" charset="0"/>
                <a:ea typeface="Sans Serif Collection" panose="020B0502040504020204" pitchFamily="34" charset="0"/>
                <a:cs typeface="Sans Serif Collection" panose="020B0502040504020204" pitchFamily="34" charset="0"/>
              </a:rPr>
              <a:t>d</a:t>
            </a:r>
            <a:r>
              <a:rPr lang="en-US" sz="2200" i="1" baseline="-25000" dirty="0">
                <a:latin typeface="Sans Serif Collection" panose="020B0502040504020204" pitchFamily="34" charset="0"/>
                <a:ea typeface="Sans Serif Collection" panose="020B0502040504020204" pitchFamily="34" charset="0"/>
                <a:cs typeface="Sans Serif Collection" panose="020B0502040504020204" pitchFamily="34" charset="0"/>
              </a:rPr>
              <a:t>i</a:t>
            </a:r>
            <a:r>
              <a:rPr lang="en-US" sz="2200" dirty="0">
                <a:latin typeface="Sans Serif Collection" panose="020B0502040504020204" pitchFamily="34" charset="0"/>
                <a:ea typeface="Sans Serif Collection" panose="020B0502040504020204" pitchFamily="34" charset="0"/>
                <a:cs typeface="Sans Serif Collection" panose="020B0502040504020204" pitchFamily="34" charset="0"/>
              </a:rPr>
              <a:t> is the mRNA degradation rate for gene </a:t>
            </a:r>
            <a:r>
              <a:rPr lang="en-US" sz="2200" i="1" dirty="0" err="1">
                <a:latin typeface="Sans Serif Collection" panose="020B0502040504020204" pitchFamily="34" charset="0"/>
                <a:ea typeface="Sans Serif Collection" panose="020B0502040504020204" pitchFamily="34" charset="0"/>
                <a:cs typeface="Sans Serif Collection" panose="020B0502040504020204" pitchFamily="34" charset="0"/>
              </a:rPr>
              <a:t>i</a:t>
            </a:r>
            <a:r>
              <a:rPr lang="en-US" sz="2200" i="1" dirty="0">
                <a:latin typeface="Sans Serif Collection" panose="020B0502040504020204" pitchFamily="34" charset="0"/>
                <a:ea typeface="Sans Serif Collection" panose="020B0502040504020204" pitchFamily="34" charset="0"/>
                <a:cs typeface="Sans Serif Collection" panose="020B0502040504020204" pitchFamily="34" charset="0"/>
              </a:rPr>
              <a:t> </a:t>
            </a:r>
          </a:p>
          <a:p>
            <a:pPr marL="228600" lvl="8" indent="-228600">
              <a:buFont typeface="Arial" panose="020B0604020202020204" pitchFamily="34" charset="0"/>
              <a:buChar char="•"/>
            </a:pPr>
            <a:r>
              <a:rPr lang="en-US" sz="2200" i="1" dirty="0">
                <a:latin typeface="Sans Serif Collection" panose="020B0502040504020204" pitchFamily="34" charset="0"/>
                <a:ea typeface="Sans Serif Collection" panose="020B0502040504020204" pitchFamily="34" charset="0"/>
                <a:cs typeface="Sans Serif Collection" panose="020B0502040504020204" pitchFamily="34" charset="0"/>
              </a:rPr>
              <a:t>w</a:t>
            </a:r>
            <a:r>
              <a:rPr lang="en-US" sz="2200" dirty="0">
                <a:latin typeface="Sans Serif Collection" panose="020B0502040504020204" pitchFamily="34" charset="0"/>
                <a:ea typeface="Sans Serif Collection" panose="020B0502040504020204" pitchFamily="34" charset="0"/>
                <a:cs typeface="Sans Serif Collection" panose="020B0502040504020204" pitchFamily="34" charset="0"/>
              </a:rPr>
              <a:t> is the weight term, determining the level of activation or repression </a:t>
            </a:r>
          </a:p>
          <a:p>
            <a:pPr lvl="8"/>
            <a:r>
              <a:rPr lang="en-US" sz="2200" dirty="0">
                <a:latin typeface="Sans Serif Collection" panose="020B0502040504020204" pitchFamily="34" charset="0"/>
                <a:ea typeface="Sans Serif Collection" panose="020B0502040504020204" pitchFamily="34" charset="0"/>
                <a:cs typeface="Sans Serif Collection" panose="020B0502040504020204" pitchFamily="34" charset="0"/>
              </a:rPr>
              <a:t>   of </a:t>
            </a:r>
            <a:r>
              <a:rPr lang="en-US" sz="2200" i="1" dirty="0">
                <a:latin typeface="Sans Serif Collection" panose="020B0502040504020204" pitchFamily="34" charset="0"/>
                <a:ea typeface="Sans Serif Collection" panose="020B0502040504020204" pitchFamily="34" charset="0"/>
                <a:cs typeface="Sans Serif Collection" panose="020B0502040504020204" pitchFamily="34" charset="0"/>
              </a:rPr>
              <a:t>j</a:t>
            </a:r>
            <a:r>
              <a:rPr lang="en-US" sz="2200" dirty="0">
                <a:latin typeface="Sans Serif Collection" panose="020B0502040504020204" pitchFamily="34" charset="0"/>
                <a:ea typeface="Sans Serif Collection" panose="020B0502040504020204" pitchFamily="34" charset="0"/>
                <a:cs typeface="Sans Serif Collection" panose="020B0502040504020204" pitchFamily="34" charset="0"/>
              </a:rPr>
              <a:t> on </a:t>
            </a:r>
            <a:r>
              <a:rPr lang="en-US" sz="2200" i="1" dirty="0" err="1">
                <a:latin typeface="Sans Serif Collection" panose="020B0502040504020204" pitchFamily="34" charset="0"/>
                <a:ea typeface="Sans Serif Collection" panose="020B0502040504020204" pitchFamily="34" charset="0"/>
                <a:cs typeface="Sans Serif Collection" panose="020B0502040504020204" pitchFamily="34" charset="0"/>
              </a:rPr>
              <a:t>i</a:t>
            </a:r>
            <a:endParaRPr lang="en-US" sz="2200" i="1" dirty="0">
              <a:latin typeface="Sans Serif Collection" panose="020B0502040504020204" pitchFamily="34" charset="0"/>
              <a:ea typeface="Sans Serif Collection" panose="020B0502040504020204" pitchFamily="34" charset="0"/>
              <a:cs typeface="Sans Serif Collection" panose="020B0502040504020204" pitchFamily="34" charset="0"/>
            </a:endParaRPr>
          </a:p>
          <a:p>
            <a:pPr marL="228600" lvl="8" indent="-228600">
              <a:buFont typeface="Arial" panose="020B0604020202020204" pitchFamily="34" charset="0"/>
              <a:buChar char="•"/>
            </a:pPr>
            <a:r>
              <a:rPr lang="en-US" sz="2200" i="1" dirty="0">
                <a:latin typeface="Sans Serif Collection" panose="020B0502040504020204" pitchFamily="34" charset="0"/>
                <a:ea typeface="Sans Serif Collection" panose="020B0502040504020204" pitchFamily="34" charset="0"/>
                <a:cs typeface="Sans Serif Collection" panose="020B0502040504020204" pitchFamily="34" charset="0"/>
              </a:rPr>
              <a:t>b</a:t>
            </a:r>
            <a:r>
              <a:rPr lang="en-US" sz="2200" dirty="0">
                <a:latin typeface="Sans Serif Collection" panose="020B0502040504020204" pitchFamily="34" charset="0"/>
                <a:ea typeface="Sans Serif Collection" panose="020B0502040504020204" pitchFamily="34" charset="0"/>
                <a:cs typeface="Sans Serif Collection" panose="020B0502040504020204" pitchFamily="34" charset="0"/>
              </a:rPr>
              <a:t> is the threshold of expression for each gene.</a:t>
            </a:r>
          </a:p>
          <a:p>
            <a:pPr marL="228600" lvl="8" indent="-228600"/>
            <a:endParaRPr lang="en-US" sz="2200" dirty="0">
              <a:latin typeface="Sans Serif Collection" panose="020B0502040504020204" pitchFamily="34" charset="0"/>
              <a:ea typeface="Sans Serif Collection" panose="020B0502040504020204" pitchFamily="34" charset="0"/>
              <a:cs typeface="Sans Serif Collection" panose="020B0502040504020204" pitchFamily="34" charset="0"/>
            </a:endParaRPr>
          </a:p>
          <a:p>
            <a:pPr marL="228600" lvl="7" indent="-228600">
              <a:buFont typeface="Arial" panose="020B0604020202020204" pitchFamily="34" charset="0"/>
              <a:buChar char="•"/>
            </a:pPr>
            <a:r>
              <a:rPr lang="en-US" sz="2200" dirty="0">
                <a:latin typeface="Sans Serif Collection" panose="020B0502040504020204" pitchFamily="34" charset="0"/>
                <a:ea typeface="Sans Serif Collection" panose="020B0502040504020204" pitchFamily="34" charset="0"/>
                <a:cs typeface="Sans Serif Collection" panose="020B0502040504020204" pitchFamily="34" charset="0"/>
              </a:rPr>
              <a:t>When </a:t>
            </a:r>
            <a:r>
              <a:rPr lang="en-US" sz="2200" i="1" dirty="0">
                <a:latin typeface="Sans Serif Collection" panose="020B0502040504020204" pitchFamily="34" charset="0"/>
                <a:ea typeface="Sans Serif Collection" panose="020B0502040504020204" pitchFamily="34" charset="0"/>
                <a:cs typeface="Sans Serif Collection" panose="020B0502040504020204" pitchFamily="34" charset="0"/>
              </a:rPr>
              <a:t>P</a:t>
            </a:r>
            <a:r>
              <a:rPr lang="en-US" sz="2200" dirty="0">
                <a:latin typeface="Sans Serif Collection" panose="020B0502040504020204" pitchFamily="34" charset="0"/>
                <a:ea typeface="Sans Serif Collection" panose="020B0502040504020204" pitchFamily="34" charset="0"/>
                <a:cs typeface="Sans Serif Collection" panose="020B0502040504020204" pitchFamily="34" charset="0"/>
              </a:rPr>
              <a:t>, </a:t>
            </a:r>
            <a:r>
              <a:rPr lang="en-US" sz="2200" i="1" dirty="0">
                <a:latin typeface="Sans Serif Collection" panose="020B0502040504020204" pitchFamily="34" charset="0"/>
                <a:ea typeface="Sans Serif Collection" panose="020B0502040504020204" pitchFamily="34" charset="0"/>
                <a:cs typeface="Sans Serif Collection" panose="020B0502040504020204" pitchFamily="34" charset="0"/>
              </a:rPr>
              <a:t>b</a:t>
            </a:r>
            <a:r>
              <a:rPr lang="en-US" sz="2200" dirty="0">
                <a:latin typeface="Sans Serif Collection" panose="020B0502040504020204" pitchFamily="34" charset="0"/>
                <a:ea typeface="Sans Serif Collection" panose="020B0502040504020204" pitchFamily="34" charset="0"/>
                <a:cs typeface="Sans Serif Collection" panose="020B0502040504020204" pitchFamily="34" charset="0"/>
              </a:rPr>
              <a:t>, and </a:t>
            </a:r>
            <a:r>
              <a:rPr lang="en-US" sz="2200" i="1" dirty="0">
                <a:latin typeface="Sans Serif Collection" panose="020B0502040504020204" pitchFamily="34" charset="0"/>
                <a:ea typeface="Sans Serif Collection" panose="020B0502040504020204" pitchFamily="34" charset="0"/>
                <a:cs typeface="Sans Serif Collection" panose="020B0502040504020204" pitchFamily="34" charset="0"/>
              </a:rPr>
              <a:t>w</a:t>
            </a:r>
            <a:r>
              <a:rPr lang="en-US" sz="2200" dirty="0">
                <a:latin typeface="Sans Serif Collection" panose="020B0502040504020204" pitchFamily="34" charset="0"/>
                <a:ea typeface="Sans Serif Collection" panose="020B0502040504020204" pitchFamily="34" charset="0"/>
                <a:cs typeface="Sans Serif Collection" panose="020B0502040504020204" pitchFamily="34" charset="0"/>
              </a:rPr>
              <a:t> are all estimated, the total number of parameters being estimated is twice the number of genes in the model plus the number of edges. </a:t>
            </a:r>
          </a:p>
          <a:p>
            <a:pPr marL="228600" lvl="7" indent="-228600">
              <a:buFont typeface="Arial" panose="020B0604020202020204" pitchFamily="34" charset="0"/>
              <a:buChar char="•"/>
            </a:pPr>
            <a:r>
              <a:rPr lang="en-US" sz="2200" dirty="0">
                <a:latin typeface="Sans Serif Collection" panose="020B0502040504020204" pitchFamily="34" charset="0"/>
                <a:ea typeface="Sans Serif Collection" panose="020B0502040504020204" pitchFamily="34" charset="0"/>
                <a:cs typeface="Sans Serif Collection" panose="020B0502040504020204" pitchFamily="34" charset="0"/>
              </a:rPr>
              <a:t>In the medium-scale model above, there are 58 parameters being estimated, which is a lot given the amount of input data.</a:t>
            </a:r>
          </a:p>
          <a:p>
            <a:pPr marL="228600" lvl="7" indent="-228600">
              <a:buFont typeface="Arial" panose="020B0604020202020204" pitchFamily="34" charset="0"/>
              <a:buChar char="•"/>
            </a:pPr>
            <a:r>
              <a:rPr lang="en-US" sz="2200" dirty="0">
                <a:latin typeface="Sans Serif Collection" panose="020B0502040504020204" pitchFamily="34" charset="0"/>
                <a:ea typeface="Sans Serif Collection" panose="020B0502040504020204" pitchFamily="34" charset="0"/>
                <a:cs typeface="Sans Serif Collection" panose="020B0502040504020204" pitchFamily="34" charset="0"/>
              </a:rPr>
              <a:t>GRNmap can also hold </a:t>
            </a:r>
            <a:r>
              <a:rPr lang="en-US" sz="2200" i="1" dirty="0">
                <a:latin typeface="Sans Serif Collection" panose="020B0502040504020204" pitchFamily="34" charset="0"/>
                <a:ea typeface="Sans Serif Collection" panose="020B0502040504020204" pitchFamily="34" charset="0"/>
                <a:cs typeface="Sans Serif Collection" panose="020B0502040504020204" pitchFamily="34" charset="0"/>
              </a:rPr>
              <a:t>P</a:t>
            </a:r>
            <a:r>
              <a:rPr lang="en-US" sz="2200" dirty="0">
                <a:latin typeface="Sans Serif Collection" panose="020B0502040504020204" pitchFamily="34" charset="0"/>
                <a:ea typeface="Sans Serif Collection" panose="020B0502040504020204" pitchFamily="34" charset="0"/>
                <a:cs typeface="Sans Serif Collection" panose="020B0502040504020204" pitchFamily="34" charset="0"/>
              </a:rPr>
              <a:t> and </a:t>
            </a:r>
            <a:r>
              <a:rPr lang="en-US" sz="2200" i="1" dirty="0">
                <a:latin typeface="Sans Serif Collection" panose="020B0502040504020204" pitchFamily="34" charset="0"/>
                <a:ea typeface="Sans Serif Collection" panose="020B0502040504020204" pitchFamily="34" charset="0"/>
                <a:cs typeface="Sans Serif Collection" panose="020B0502040504020204" pitchFamily="34" charset="0"/>
              </a:rPr>
              <a:t>b</a:t>
            </a:r>
            <a:r>
              <a:rPr lang="en-US" sz="2200" dirty="0">
                <a:latin typeface="Sans Serif Collection" panose="020B0502040504020204" pitchFamily="34" charset="0"/>
                <a:ea typeface="Sans Serif Collection" panose="020B0502040504020204" pitchFamily="34" charset="0"/>
                <a:cs typeface="Sans Serif Collection" panose="020B0502040504020204" pitchFamily="34" charset="0"/>
              </a:rPr>
              <a:t> constant and only estimate </a:t>
            </a:r>
            <a:r>
              <a:rPr lang="en-US" sz="2200" i="1" dirty="0">
                <a:latin typeface="Sans Serif Collection" panose="020B0502040504020204" pitchFamily="34" charset="0"/>
                <a:ea typeface="Sans Serif Collection" panose="020B0502040504020204" pitchFamily="34" charset="0"/>
                <a:cs typeface="Sans Serif Collection" panose="020B0502040504020204" pitchFamily="34" charset="0"/>
              </a:rPr>
              <a:t>w</a:t>
            </a:r>
            <a:r>
              <a:rPr lang="en-US" sz="2200" dirty="0">
                <a:latin typeface="Sans Serif Collection" panose="020B0502040504020204" pitchFamily="34" charset="0"/>
                <a:ea typeface="Sans Serif Collection" panose="020B0502040504020204" pitchFamily="34" charset="0"/>
                <a:cs typeface="Sans Serif Collection" panose="020B0502040504020204" pitchFamily="34" charset="0"/>
              </a:rPr>
              <a:t>; hold </a:t>
            </a:r>
            <a:r>
              <a:rPr lang="en-US" sz="2200" i="1" dirty="0">
                <a:latin typeface="Sans Serif Collection" panose="020B0502040504020204" pitchFamily="34" charset="0"/>
                <a:ea typeface="Sans Serif Collection" panose="020B0502040504020204" pitchFamily="34" charset="0"/>
                <a:cs typeface="Sans Serif Collection" panose="020B0502040504020204" pitchFamily="34" charset="0"/>
              </a:rPr>
              <a:t>P</a:t>
            </a:r>
            <a:r>
              <a:rPr lang="en-US" sz="2200" dirty="0">
                <a:latin typeface="Sans Serif Collection" panose="020B0502040504020204" pitchFamily="34" charset="0"/>
                <a:ea typeface="Sans Serif Collection" panose="020B0502040504020204" pitchFamily="34" charset="0"/>
                <a:cs typeface="Sans Serif Collection" panose="020B0502040504020204" pitchFamily="34" charset="0"/>
              </a:rPr>
              <a:t> constant and estimate </a:t>
            </a:r>
            <a:r>
              <a:rPr lang="en-US" sz="2200" i="1" dirty="0">
                <a:latin typeface="Sans Serif Collection" panose="020B0502040504020204" pitchFamily="34" charset="0"/>
                <a:ea typeface="Sans Serif Collection" panose="020B0502040504020204" pitchFamily="34" charset="0"/>
                <a:cs typeface="Sans Serif Collection" panose="020B0502040504020204" pitchFamily="34" charset="0"/>
              </a:rPr>
              <a:t>b</a:t>
            </a:r>
            <a:r>
              <a:rPr lang="en-US" sz="2200" dirty="0">
                <a:latin typeface="Sans Serif Collection" panose="020B0502040504020204" pitchFamily="34" charset="0"/>
                <a:ea typeface="Sans Serif Collection" panose="020B0502040504020204" pitchFamily="34" charset="0"/>
                <a:cs typeface="Sans Serif Collection" panose="020B0502040504020204" pitchFamily="34" charset="0"/>
              </a:rPr>
              <a:t> and </a:t>
            </a:r>
            <a:r>
              <a:rPr lang="en-US" sz="2200" i="1" dirty="0">
                <a:latin typeface="Sans Serif Collection" panose="020B0502040504020204" pitchFamily="34" charset="0"/>
                <a:ea typeface="Sans Serif Collection" panose="020B0502040504020204" pitchFamily="34" charset="0"/>
                <a:cs typeface="Sans Serif Collection" panose="020B0502040504020204" pitchFamily="34" charset="0"/>
              </a:rPr>
              <a:t>w</a:t>
            </a:r>
            <a:r>
              <a:rPr lang="en-US" sz="2200" dirty="0">
                <a:latin typeface="Sans Serif Collection" panose="020B0502040504020204" pitchFamily="34" charset="0"/>
                <a:ea typeface="Sans Serif Collection" panose="020B0502040504020204" pitchFamily="34" charset="0"/>
                <a:cs typeface="Sans Serif Collection" panose="020B0502040504020204" pitchFamily="34" charset="0"/>
              </a:rPr>
              <a:t>; or hold </a:t>
            </a:r>
            <a:r>
              <a:rPr lang="en-US" sz="2200" i="1" dirty="0">
                <a:latin typeface="Sans Serif Collection" panose="020B0502040504020204" pitchFamily="34" charset="0"/>
                <a:ea typeface="Sans Serif Collection" panose="020B0502040504020204" pitchFamily="34" charset="0"/>
                <a:cs typeface="Sans Serif Collection" panose="020B0502040504020204" pitchFamily="34" charset="0"/>
              </a:rPr>
              <a:t>b</a:t>
            </a:r>
            <a:r>
              <a:rPr lang="en-US" sz="2200" dirty="0">
                <a:latin typeface="Sans Serif Collection" panose="020B0502040504020204" pitchFamily="34" charset="0"/>
                <a:ea typeface="Sans Serif Collection" panose="020B0502040504020204" pitchFamily="34" charset="0"/>
                <a:cs typeface="Sans Serif Collection" panose="020B0502040504020204" pitchFamily="34" charset="0"/>
              </a:rPr>
              <a:t> constant and estimate </a:t>
            </a:r>
            <a:r>
              <a:rPr lang="en-US" sz="2200" i="1" dirty="0">
                <a:latin typeface="Sans Serif Collection" panose="020B0502040504020204" pitchFamily="34" charset="0"/>
                <a:ea typeface="Sans Serif Collection" panose="020B0502040504020204" pitchFamily="34" charset="0"/>
                <a:cs typeface="Sans Serif Collection" panose="020B0502040504020204" pitchFamily="34" charset="0"/>
              </a:rPr>
              <a:t>P</a:t>
            </a:r>
            <a:r>
              <a:rPr lang="en-US" sz="2200" dirty="0">
                <a:latin typeface="Sans Serif Collection" panose="020B0502040504020204" pitchFamily="34" charset="0"/>
                <a:ea typeface="Sans Serif Collection" panose="020B0502040504020204" pitchFamily="34" charset="0"/>
                <a:cs typeface="Sans Serif Collection" panose="020B0502040504020204" pitchFamily="34" charset="0"/>
              </a:rPr>
              <a:t> and </a:t>
            </a:r>
            <a:r>
              <a:rPr lang="en-US" sz="2200" i="1" dirty="0">
                <a:latin typeface="Sans Serif Collection" panose="020B0502040504020204" pitchFamily="34" charset="0"/>
                <a:ea typeface="Sans Serif Collection" panose="020B0502040504020204" pitchFamily="34" charset="0"/>
                <a:cs typeface="Sans Serif Collection" panose="020B0502040504020204" pitchFamily="34" charset="0"/>
              </a:rPr>
              <a:t>w</a:t>
            </a:r>
            <a:r>
              <a:rPr lang="en-US" sz="2200" dirty="0">
                <a:latin typeface="Sans Serif Collection" panose="020B0502040504020204" pitchFamily="34" charset="0"/>
                <a:ea typeface="Sans Serif Collection" panose="020B0502040504020204" pitchFamily="34" charset="0"/>
                <a:cs typeface="Sans Serif Collection" panose="020B0502040504020204" pitchFamily="34" charset="0"/>
              </a:rPr>
              <a:t>. </a:t>
            </a:r>
          </a:p>
          <a:p>
            <a:pPr marL="228600" lvl="7" indent="-228600">
              <a:buFont typeface="Arial" panose="020B0604020202020204" pitchFamily="34" charset="0"/>
              <a:buChar char="•"/>
            </a:pPr>
            <a:endParaRPr lang="en-US" sz="2200" dirty="0">
              <a:latin typeface="Sans Serif Collection" panose="020B0502040504020204" pitchFamily="34" charset="0"/>
              <a:ea typeface="Sans Serif Collection" panose="020B0502040504020204" pitchFamily="34" charset="0"/>
              <a:cs typeface="Sans Serif Collection" panose="020B0502040504020204" pitchFamily="34" charset="0"/>
            </a:endParaRPr>
          </a:p>
          <a:p>
            <a:pPr marL="228600" lvl="7" indent="-228600"/>
            <a:endParaRPr lang="en-US" sz="2000" dirty="0">
              <a:latin typeface="Sans Serif Collection" panose="020B0502040504020204" pitchFamily="34" charset="0"/>
              <a:ea typeface="Sans Serif Collection" panose="020B0502040504020204" pitchFamily="34" charset="0"/>
              <a:cs typeface="Sans Serif Collection" panose="020B0502040504020204" pitchFamily="34" charset="0"/>
            </a:endParaRPr>
          </a:p>
          <a:p>
            <a:pPr marL="228600" lvl="8" indent="-228600"/>
            <a:endParaRPr lang="en-US" sz="2200" dirty="0">
              <a:latin typeface="Sans Serif Collection" panose="020B0502040504020204" pitchFamily="34" charset="0"/>
              <a:ea typeface="Sans Serif Collection" panose="020B0502040504020204" pitchFamily="34" charset="0"/>
              <a:cs typeface="Sans Serif Collection" panose="020B0502040504020204" pitchFamily="34" charset="0"/>
            </a:endParaRPr>
          </a:p>
          <a:p>
            <a:pPr marL="228600" lvl="7" indent="-228600">
              <a:buFont typeface="Arial" panose="020B0604020202020204" pitchFamily="34" charset="0"/>
              <a:buChar char="•"/>
            </a:pPr>
            <a:endParaRPr lang="en-US" sz="2200" dirty="0">
              <a:latin typeface="Sans Serif Collection" panose="020B0502040504020204" pitchFamily="34" charset="0"/>
              <a:ea typeface="Sans Serif Collection" panose="020B0502040504020204" pitchFamily="34" charset="0"/>
              <a:cs typeface="Sans Serif Collection" panose="020B0502040504020204" pitchFamily="34" charset="0"/>
            </a:endParaRPr>
          </a:p>
          <a:p>
            <a:pPr marL="228600" lvl="7" indent="-228600">
              <a:buFont typeface="Arial" panose="020B0604020202020204" pitchFamily="34" charset="0"/>
              <a:buChar char="•"/>
            </a:pPr>
            <a:endParaRPr lang="en-US" sz="2200" dirty="0">
              <a:latin typeface="Sans Serif Collection" panose="020B0502040504020204" pitchFamily="34" charset="0"/>
              <a:ea typeface="Sans Serif Collection" panose="020B0502040504020204" pitchFamily="34" charset="0"/>
              <a:cs typeface="Sans Serif Collection" panose="020B0502040504020204" pitchFamily="34" charset="0"/>
            </a:endParaRPr>
          </a:p>
          <a:p>
            <a:pPr marL="228600" lvl="7" indent="-228600">
              <a:buFont typeface="Arial" panose="020B0604020202020204" pitchFamily="34" charset="0"/>
              <a:buChar char="•"/>
            </a:pPr>
            <a:endParaRPr lang="en-US" sz="2200" dirty="0">
              <a:latin typeface="Sans Serif Collection" panose="020B0502040504020204" pitchFamily="34" charset="0"/>
              <a:ea typeface="Sans Serif Collection" panose="020B0502040504020204" pitchFamily="34" charset="0"/>
              <a:cs typeface="Sans Serif Collection" panose="020B0502040504020204" pitchFamily="34" charset="0"/>
            </a:endParaRPr>
          </a:p>
          <a:p>
            <a:pPr marL="228600" lvl="7" indent="-228600">
              <a:buFont typeface="Arial" panose="020B0604020202020204" pitchFamily="34" charset="0"/>
              <a:buChar char="•"/>
            </a:pPr>
            <a:endParaRPr lang="en-US" sz="2200" dirty="0">
              <a:latin typeface="Sans Serif Collection" panose="020B0502040504020204" pitchFamily="34" charset="0"/>
              <a:ea typeface="Sans Serif Collection" panose="020B0502040504020204" pitchFamily="34" charset="0"/>
              <a:cs typeface="Sans Serif Collection" panose="020B0502040504020204" pitchFamily="34" charset="0"/>
            </a:endParaRPr>
          </a:p>
          <a:p>
            <a:pPr marL="228600" lvl="7" indent="-228600">
              <a:buFont typeface="Arial" panose="020B0604020202020204" pitchFamily="34" charset="0"/>
              <a:buChar char="•"/>
            </a:pPr>
            <a:endParaRPr lang="en-US" sz="2200" dirty="0">
              <a:latin typeface="Sans Serif Collection" panose="020B0502040504020204" pitchFamily="34" charset="0"/>
              <a:ea typeface="Sans Serif Collection" panose="020B0502040504020204" pitchFamily="34" charset="0"/>
              <a:cs typeface="Sans Serif Collection" panose="020B0502040504020204" pitchFamily="34" charset="0"/>
            </a:endParaRPr>
          </a:p>
          <a:p>
            <a:pPr marL="228600" lvl="7" indent="-228600"/>
            <a:endParaRPr lang="en-US" sz="2200" dirty="0">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graphicFrame>
        <p:nvGraphicFramePr>
          <p:cNvPr id="10" name="Object 9">
            <a:extLst>
              <a:ext uri="{FF2B5EF4-FFF2-40B4-BE49-F238E27FC236}">
                <a16:creationId xmlns:a16="http://schemas.microsoft.com/office/drawing/2014/main" id="{75689117-1D5F-C765-68FB-5BF7A671FFD4}"/>
              </a:ext>
            </a:extLst>
          </p:cNvPr>
          <p:cNvGraphicFramePr>
            <a:graphicFrameLocks noChangeAspect="1"/>
          </p:cNvGraphicFramePr>
          <p:nvPr>
            <p:extLst>
              <p:ext uri="{D42A27DB-BD31-4B8C-83A1-F6EECF244321}">
                <p14:modId xmlns:p14="http://schemas.microsoft.com/office/powerpoint/2010/main" val="2361672144"/>
              </p:ext>
            </p:extLst>
          </p:nvPr>
        </p:nvGraphicFramePr>
        <p:xfrm>
          <a:off x="1079824" y="22684519"/>
          <a:ext cx="5885604" cy="1472018"/>
        </p:xfrm>
        <a:graphic>
          <a:graphicData uri="http://schemas.openxmlformats.org/presentationml/2006/ole">
            <mc:AlternateContent xmlns:mc="http://schemas.openxmlformats.org/markup-compatibility/2006">
              <mc:Choice xmlns:v="urn:schemas-microsoft-com:vml" Requires="v">
                <p:oleObj name="Equation" r:id="rId12" imgW="2743200" imgH="685800" progId="Equation.3">
                  <p:embed/>
                </p:oleObj>
              </mc:Choice>
              <mc:Fallback>
                <p:oleObj name="Equation" r:id="rId12" imgW="2743200" imgH="685800" progId="Equation.3">
                  <p:embed/>
                  <p:pic>
                    <p:nvPicPr>
                      <p:cNvPr id="10" name="Object 9">
                        <a:extLst>
                          <a:ext uri="{FF2B5EF4-FFF2-40B4-BE49-F238E27FC236}">
                            <a16:creationId xmlns:a16="http://schemas.microsoft.com/office/drawing/2014/main" id="{75689117-1D5F-C765-68FB-5BF7A671FFD4}"/>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079824" y="22684519"/>
                        <a:ext cx="5885604" cy="1472018"/>
                      </a:xfrm>
                      <a:prstGeom prst="rect">
                        <a:avLst/>
                      </a:prstGeom>
                      <a:noFill/>
                      <a:ln>
                        <a:noFill/>
                      </a:ln>
                    </p:spPr>
                  </p:pic>
                </p:oleObj>
              </mc:Fallback>
            </mc:AlternateContent>
          </a:graphicData>
        </a:graphic>
      </p:graphicFrame>
      <p:sp>
        <p:nvSpPr>
          <p:cNvPr id="69" name="TextBox 68">
            <a:extLst>
              <a:ext uri="{FF2B5EF4-FFF2-40B4-BE49-F238E27FC236}">
                <a16:creationId xmlns:a16="http://schemas.microsoft.com/office/drawing/2014/main" id="{BEF29712-6856-86E8-5295-74E164746AF0}"/>
              </a:ext>
            </a:extLst>
          </p:cNvPr>
          <p:cNvSpPr txBox="1"/>
          <p:nvPr/>
        </p:nvSpPr>
        <p:spPr>
          <a:xfrm>
            <a:off x="34646436" y="24748120"/>
            <a:ext cx="2048959" cy="523220"/>
          </a:xfrm>
          <a:prstGeom prst="rect">
            <a:avLst/>
          </a:prstGeom>
          <a:noFill/>
        </p:spPr>
        <p:txBody>
          <a:bodyPr wrap="none" rtlCol="0">
            <a:spAutoFit/>
          </a:bodyPr>
          <a:lstStyle/>
          <a:p>
            <a:r>
              <a:rPr lang="en-US" sz="2800" b="1" dirty="0">
                <a:solidFill>
                  <a:srgbClr val="16693F"/>
                </a:solidFill>
                <a:latin typeface="Sans Serif Collection" panose="020B0502040504020204" pitchFamily="34" charset="0"/>
                <a:ea typeface="Sans Serif Collection" panose="020B0502040504020204" pitchFamily="34" charset="0"/>
                <a:cs typeface="Sans Serif Collection" panose="020B0502040504020204" pitchFamily="34" charset="0"/>
              </a:rPr>
              <a:t>Conclusion</a:t>
            </a:r>
          </a:p>
        </p:txBody>
      </p:sp>
      <p:sp>
        <p:nvSpPr>
          <p:cNvPr id="70" name="TextBox 69">
            <a:extLst>
              <a:ext uri="{FF2B5EF4-FFF2-40B4-BE49-F238E27FC236}">
                <a16:creationId xmlns:a16="http://schemas.microsoft.com/office/drawing/2014/main" id="{5E95AA8D-B926-3A75-12B4-7F5FC1118601}"/>
              </a:ext>
            </a:extLst>
          </p:cNvPr>
          <p:cNvSpPr txBox="1"/>
          <p:nvPr/>
        </p:nvSpPr>
        <p:spPr>
          <a:xfrm>
            <a:off x="27938351" y="25115063"/>
            <a:ext cx="14989549" cy="1107996"/>
          </a:xfrm>
          <a:prstGeom prst="rect">
            <a:avLst/>
          </a:prstGeom>
          <a:noFill/>
        </p:spPr>
        <p:txBody>
          <a:bodyPr wrap="square">
            <a:spAutoFit/>
          </a:bodyPr>
          <a:lstStyle/>
          <a:p>
            <a:pPr marL="223838" indent="-223838">
              <a:buFont typeface="Arial" panose="020B0604020202020204" pitchFamily="34" charset="0"/>
              <a:buChar char="•"/>
            </a:pPr>
            <a:r>
              <a:rPr lang="en-US" sz="2200" dirty="0">
                <a:latin typeface="Sans Serif Collection" panose="020B0502040504020204" pitchFamily="34" charset="0"/>
                <a:ea typeface="Sans Serif Collection" panose="020B0502040504020204" pitchFamily="34" charset="0"/>
                <a:cs typeface="Sans Serif Collection" panose="020B0502040504020204" pitchFamily="34" charset="0"/>
              </a:rPr>
              <a:t>Estimating production rates from limited gene expression data is difficult for GRNmap to do.</a:t>
            </a:r>
          </a:p>
          <a:p>
            <a:pPr marL="223838" indent="-223838">
              <a:buFont typeface="Arial" panose="020B0604020202020204" pitchFamily="34" charset="0"/>
              <a:buChar char="•"/>
            </a:pPr>
            <a:r>
              <a:rPr lang="en-US" sz="2200" dirty="0">
                <a:latin typeface="Sans Serif Collection" panose="020B0502040504020204" pitchFamily="34" charset="0"/>
                <a:ea typeface="Sans Serif Collection" panose="020B0502040504020204" pitchFamily="34" charset="0"/>
                <a:cs typeface="Sans Serif Collection" panose="020B0502040504020204" pitchFamily="34" charset="0"/>
              </a:rPr>
              <a:t>Investigation of 3-gene, 4-edge “toy” networks shows that the performance of the GRNmap model is influenced by a combination of network structure and edge weights.</a:t>
            </a:r>
          </a:p>
        </p:txBody>
      </p:sp>
      <p:sp>
        <p:nvSpPr>
          <p:cNvPr id="122" name="Title 1"/>
          <p:cNvSpPr txBox="1">
            <a:spLocks/>
          </p:cNvSpPr>
          <p:nvPr/>
        </p:nvSpPr>
        <p:spPr>
          <a:xfrm>
            <a:off x="11970715" y="6847931"/>
            <a:ext cx="14495340" cy="1402271"/>
          </a:xfrm>
          <a:prstGeom prst="rect">
            <a:avLst/>
          </a:prstGeom>
          <a:noFill/>
          <a:ln>
            <a:noFill/>
          </a:ln>
        </p:spPr>
        <p:txBody>
          <a:bodyPr lIns="91425" tIns="91425" rIns="91425" bIns="91425" anchor="ctr" anchorCtr="0">
            <a:noAutofit/>
          </a:bodyPr>
          <a:lstStyle>
            <a:defPPr marR="0" algn="l" rtl="0">
              <a:lnSpc>
                <a:spcPct val="100000"/>
              </a:lnSpc>
              <a:spcBef>
                <a:spcPts val="0"/>
              </a:spcBef>
              <a:spcAft>
                <a:spcPts val="0"/>
              </a:spcAft>
            </a:defPPr>
            <a:lvl1pPr marL="0" marR="0" indent="0" algn="ctr" rtl="0">
              <a:lnSpc>
                <a:spcPct val="100000"/>
              </a:lnSpc>
              <a:spcBef>
                <a:spcPts val="0"/>
              </a:spcBef>
              <a:spcAft>
                <a:spcPts val="0"/>
              </a:spcAft>
              <a:buClr>
                <a:schemeClr val="dk1"/>
              </a:buClr>
              <a:buFont typeface="Calibri"/>
              <a:buNone/>
              <a:defRPr sz="1400" b="0" i="0" u="none" strike="noStrike" cap="none" baseline="0">
                <a:solidFill>
                  <a:srgbClr val="000000"/>
                </a:solidFill>
                <a:latin typeface="Arial"/>
                <a:ea typeface="Arial"/>
                <a:cs typeface="Arial"/>
                <a:sym typeface="Arial"/>
                <a:rtl val="0"/>
              </a:defRPr>
            </a:lvl1pPr>
            <a:lvl2pPr marL="0" marR="0" indent="0" algn="l" rtl="0">
              <a:lnSpc>
                <a:spcPct val="100000"/>
              </a:lnSpc>
              <a:spcBef>
                <a:spcPts val="0"/>
              </a:spcBef>
              <a:spcAft>
                <a:spcPts val="0"/>
              </a:spcAft>
              <a:buClr>
                <a:srgbClr val="000000"/>
              </a:buClr>
              <a:buFont typeface="Arial"/>
              <a:buNone/>
              <a:defRPr sz="1400" b="0" i="0" u="none" strike="noStrike" cap="none" baseline="0">
                <a:solidFill>
                  <a:srgbClr val="000000"/>
                </a:solidFill>
                <a:latin typeface="Arial"/>
                <a:ea typeface="Arial"/>
                <a:cs typeface="Arial"/>
                <a:sym typeface="Arial"/>
                <a:rtl val="0"/>
              </a:defRPr>
            </a:lvl2pPr>
            <a:lvl3pPr marL="0" marR="0" indent="0" algn="l" rtl="0">
              <a:spcBef>
                <a:spcPts val="0"/>
              </a:spcBef>
              <a:defRPr/>
            </a:lvl3pPr>
            <a:lvl4pPr marL="0" marR="0" indent="0" algn="l" rtl="0">
              <a:spcBef>
                <a:spcPts val="0"/>
              </a:spcBef>
              <a:defRPr/>
            </a:lvl4pPr>
            <a:lvl5pPr marL="0" marR="0" indent="0" algn="l" rtl="0">
              <a:spcBef>
                <a:spcPts val="0"/>
              </a:spcBef>
              <a:defRPr/>
            </a:lvl5pPr>
            <a:lvl6pPr marL="0" marR="0" indent="0" algn="l" rtl="0">
              <a:spcBef>
                <a:spcPts val="0"/>
              </a:spcBef>
              <a:defRPr/>
            </a:lvl6pPr>
            <a:lvl7pPr marL="0" marR="0" indent="0" algn="l" rtl="0">
              <a:spcBef>
                <a:spcPts val="0"/>
              </a:spcBef>
              <a:defRPr/>
            </a:lvl7pPr>
            <a:lvl8pPr marL="0" marR="0" indent="0" algn="l" rtl="0">
              <a:spcBef>
                <a:spcPts val="0"/>
              </a:spcBef>
              <a:defRPr/>
            </a:lvl8pPr>
            <a:lvl9pPr marL="0" marR="0" indent="0" algn="l" rtl="0">
              <a:spcBef>
                <a:spcPts val="0"/>
              </a:spcBef>
              <a:defRPr/>
            </a:lvl9pPr>
          </a:lstStyle>
          <a:p>
            <a:r>
              <a:rPr lang="en-US" sz="3600" b="1" dirty="0">
                <a:solidFill>
                  <a:srgbClr val="16693F"/>
                </a:solidFill>
                <a:latin typeface="Sans Serif Collection" panose="020B0502040504020204" pitchFamily="34" charset="0"/>
                <a:ea typeface="Sans Serif Collection" panose="020B0502040504020204" pitchFamily="34" charset="0"/>
                <a:cs typeface="Sans Serif Collection" panose="020B0502040504020204" pitchFamily="34" charset="0"/>
              </a:rPr>
              <a:t>Model sensitivity was tested using all possible small-scale 3-gene, 4-edge “toy” networks. Simulated data was generated based on known parameters. Then the simulated data was used to estimate parameters to see if the model returned the known values.</a:t>
            </a:r>
          </a:p>
        </p:txBody>
      </p:sp>
      <p:sp>
        <p:nvSpPr>
          <p:cNvPr id="150" name="AutoShape 2">
            <a:extLst>
              <a:ext uri="{FF2B5EF4-FFF2-40B4-BE49-F238E27FC236}">
                <a16:creationId xmlns:a16="http://schemas.microsoft.com/office/drawing/2014/main" id="{9E530267-4990-F4D5-2EC5-AA4B6EFFAE32}"/>
              </a:ext>
            </a:extLst>
          </p:cNvPr>
          <p:cNvSpPr>
            <a:spLocks noChangeAspect="1" noChangeArrowheads="1"/>
          </p:cNvSpPr>
          <p:nvPr/>
        </p:nvSpPr>
        <p:spPr bwMode="auto">
          <a:xfrm>
            <a:off x="23498877" y="16157471"/>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grpSp>
        <p:nvGrpSpPr>
          <p:cNvPr id="161" name="Group 160">
            <a:extLst>
              <a:ext uri="{FF2B5EF4-FFF2-40B4-BE49-F238E27FC236}">
                <a16:creationId xmlns:a16="http://schemas.microsoft.com/office/drawing/2014/main" id="{97B2F092-BA98-550D-3905-40FE89947373}"/>
              </a:ext>
            </a:extLst>
          </p:cNvPr>
          <p:cNvGrpSpPr/>
          <p:nvPr/>
        </p:nvGrpSpPr>
        <p:grpSpPr>
          <a:xfrm>
            <a:off x="13155520" y="23796476"/>
            <a:ext cx="3009093" cy="2468363"/>
            <a:chOff x="13666497" y="34849111"/>
            <a:chExt cx="3046151" cy="2468363"/>
          </a:xfrm>
        </p:grpSpPr>
        <p:sp>
          <p:nvSpPr>
            <p:cNvPr id="154" name="TextBox 153">
              <a:extLst>
                <a:ext uri="{FF2B5EF4-FFF2-40B4-BE49-F238E27FC236}">
                  <a16:creationId xmlns:a16="http://schemas.microsoft.com/office/drawing/2014/main" id="{246FB297-A9C7-317C-6AF8-BFFEDA572610}"/>
                </a:ext>
              </a:extLst>
            </p:cNvPr>
            <p:cNvSpPr txBox="1"/>
            <p:nvPr/>
          </p:nvSpPr>
          <p:spPr>
            <a:xfrm>
              <a:off x="13666497" y="36609588"/>
              <a:ext cx="2302294" cy="707886"/>
            </a:xfrm>
            <a:prstGeom prst="rect">
              <a:avLst/>
            </a:prstGeom>
            <a:noFill/>
          </p:spPr>
          <p:txBody>
            <a:bodyPr wrap="square" rtlCol="0">
              <a:spAutoFit/>
            </a:bodyPr>
            <a:lstStyle/>
            <a:p>
              <a:r>
                <a:rPr lang="en-US" sz="2000" dirty="0">
                  <a:latin typeface="Sans Serif Collection" panose="020B0502040504020204" pitchFamily="34" charset="0"/>
                  <a:ea typeface="Sans Serif Collection" panose="020B0502040504020204" pitchFamily="34" charset="0"/>
                  <a:cs typeface="Sans Serif Collection" panose="020B0502040504020204" pitchFamily="34" charset="0"/>
                </a:rPr>
                <a:t>Estimate </a:t>
              </a:r>
              <a:r>
                <a:rPr lang="en-US" sz="2000" i="1" dirty="0">
                  <a:latin typeface="Sans Serif Collection" panose="020B0502040504020204" pitchFamily="34" charset="0"/>
                  <a:ea typeface="Sans Serif Collection" panose="020B0502040504020204" pitchFamily="34" charset="0"/>
                  <a:cs typeface="Sans Serif Collection" panose="020B0502040504020204" pitchFamily="34" charset="0"/>
                </a:rPr>
                <a:t>w</a:t>
              </a:r>
              <a:r>
                <a:rPr lang="en-US" sz="2000" dirty="0">
                  <a:latin typeface="Sans Serif Collection" panose="020B0502040504020204" pitchFamily="34" charset="0"/>
                  <a:ea typeface="Sans Serif Collection" panose="020B0502040504020204" pitchFamily="34" charset="0"/>
                  <a:cs typeface="Sans Serif Collection" panose="020B0502040504020204" pitchFamily="34" charset="0"/>
                </a:rPr>
                <a:t> </a:t>
              </a:r>
            </a:p>
            <a:p>
              <a:r>
                <a:rPr lang="en-US" sz="2000" i="1" dirty="0">
                  <a:latin typeface="Sans Serif Collection" panose="020B0502040504020204" pitchFamily="34" charset="0"/>
                  <a:ea typeface="Sans Serif Collection" panose="020B0502040504020204" pitchFamily="34" charset="0"/>
                  <a:cs typeface="Sans Serif Collection" panose="020B0502040504020204" pitchFamily="34" charset="0"/>
                </a:rPr>
                <a:t>P </a:t>
              </a:r>
              <a:r>
                <a:rPr lang="en-US" sz="2000" dirty="0">
                  <a:latin typeface="Sans Serif Collection" panose="020B0502040504020204" pitchFamily="34" charset="0"/>
                  <a:ea typeface="Sans Serif Collection" panose="020B0502040504020204" pitchFamily="34" charset="0"/>
                  <a:cs typeface="Sans Serif Collection" panose="020B0502040504020204" pitchFamily="34" charset="0"/>
                </a:rPr>
                <a:t>and </a:t>
              </a:r>
              <a:r>
                <a:rPr lang="en-US" sz="2000" i="1" dirty="0">
                  <a:latin typeface="Sans Serif Collection" panose="020B0502040504020204" pitchFamily="34" charset="0"/>
                  <a:ea typeface="Sans Serif Collection" panose="020B0502040504020204" pitchFamily="34" charset="0"/>
                  <a:cs typeface="Sans Serif Collection" panose="020B0502040504020204" pitchFamily="34" charset="0"/>
                </a:rPr>
                <a:t>b</a:t>
              </a:r>
              <a:r>
                <a:rPr lang="en-US" sz="2000" dirty="0">
                  <a:latin typeface="Sans Serif Collection" panose="020B0502040504020204" pitchFamily="34" charset="0"/>
                  <a:ea typeface="Sans Serif Collection" panose="020B0502040504020204" pitchFamily="34" charset="0"/>
                  <a:cs typeface="Sans Serif Collection" panose="020B0502040504020204" pitchFamily="34" charset="0"/>
                </a:rPr>
                <a:t> constant</a:t>
              </a:r>
            </a:p>
          </p:txBody>
        </p:sp>
        <p:sp>
          <p:nvSpPr>
            <p:cNvPr id="157" name="TextBox 156">
              <a:extLst>
                <a:ext uri="{FF2B5EF4-FFF2-40B4-BE49-F238E27FC236}">
                  <a16:creationId xmlns:a16="http://schemas.microsoft.com/office/drawing/2014/main" id="{59DC1CC9-8997-633E-01E2-0ECF6AE6522F}"/>
                </a:ext>
              </a:extLst>
            </p:cNvPr>
            <p:cNvSpPr txBox="1"/>
            <p:nvPr/>
          </p:nvSpPr>
          <p:spPr>
            <a:xfrm>
              <a:off x="13666497" y="35264566"/>
              <a:ext cx="3046149" cy="707886"/>
            </a:xfrm>
            <a:prstGeom prst="rect">
              <a:avLst/>
            </a:prstGeom>
            <a:noFill/>
          </p:spPr>
          <p:txBody>
            <a:bodyPr wrap="square" rtlCol="0">
              <a:spAutoFit/>
            </a:bodyPr>
            <a:lstStyle/>
            <a:p>
              <a:r>
                <a:rPr lang="en-US" sz="2000" dirty="0">
                  <a:latin typeface="Sans Serif Collection" panose="020B0502040504020204" pitchFamily="34" charset="0"/>
                  <a:ea typeface="Sans Serif Collection" panose="020B0502040504020204" pitchFamily="34" charset="0"/>
                  <a:cs typeface="Sans Serif Collection" panose="020B0502040504020204" pitchFamily="34" charset="0"/>
                </a:rPr>
                <a:t>Estimate </a:t>
              </a:r>
              <a:r>
                <a:rPr lang="en-US" sz="2000" i="1" dirty="0">
                  <a:latin typeface="Sans Serif Collection" panose="020B0502040504020204" pitchFamily="34" charset="0"/>
                  <a:ea typeface="Sans Serif Collection" panose="020B0502040504020204" pitchFamily="34" charset="0"/>
                  <a:cs typeface="Sans Serif Collection" panose="020B0502040504020204" pitchFamily="34" charset="0"/>
                </a:rPr>
                <a:t>b</a:t>
              </a:r>
              <a:r>
                <a:rPr lang="en-US" sz="2000" dirty="0">
                  <a:latin typeface="Sans Serif Collection" panose="020B0502040504020204" pitchFamily="34" charset="0"/>
                  <a:ea typeface="Sans Serif Collection" panose="020B0502040504020204" pitchFamily="34" charset="0"/>
                  <a:cs typeface="Sans Serif Collection" panose="020B0502040504020204" pitchFamily="34" charset="0"/>
                </a:rPr>
                <a:t> and </a:t>
              </a:r>
              <a:r>
                <a:rPr lang="en-US" sz="2000" i="1" dirty="0">
                  <a:latin typeface="Sans Serif Collection" panose="020B0502040504020204" pitchFamily="34" charset="0"/>
                  <a:ea typeface="Sans Serif Collection" panose="020B0502040504020204" pitchFamily="34" charset="0"/>
                  <a:cs typeface="Sans Serif Collection" panose="020B0502040504020204" pitchFamily="34" charset="0"/>
                </a:rPr>
                <a:t>w</a:t>
              </a:r>
              <a:r>
                <a:rPr lang="en-US" sz="2000" dirty="0">
                  <a:latin typeface="Sans Serif Collection" panose="020B0502040504020204" pitchFamily="34" charset="0"/>
                  <a:ea typeface="Sans Serif Collection" panose="020B0502040504020204" pitchFamily="34" charset="0"/>
                  <a:cs typeface="Sans Serif Collection" panose="020B0502040504020204" pitchFamily="34" charset="0"/>
                </a:rPr>
                <a:t> </a:t>
              </a:r>
            </a:p>
            <a:p>
              <a:r>
                <a:rPr lang="en-US" sz="2000" i="1" dirty="0">
                  <a:latin typeface="Sans Serif Collection" panose="020B0502040504020204" pitchFamily="34" charset="0"/>
                  <a:ea typeface="Sans Serif Collection" panose="020B0502040504020204" pitchFamily="34" charset="0"/>
                  <a:cs typeface="Sans Serif Collection" panose="020B0502040504020204" pitchFamily="34" charset="0"/>
                </a:rPr>
                <a:t>P</a:t>
              </a:r>
              <a:r>
                <a:rPr lang="en-US" sz="2000" dirty="0">
                  <a:latin typeface="Sans Serif Collection" panose="020B0502040504020204" pitchFamily="34" charset="0"/>
                  <a:ea typeface="Sans Serif Collection" panose="020B0502040504020204" pitchFamily="34" charset="0"/>
                  <a:cs typeface="Sans Serif Collection" panose="020B0502040504020204" pitchFamily="34" charset="0"/>
                </a:rPr>
                <a:t> constant</a:t>
              </a:r>
            </a:p>
          </p:txBody>
        </p:sp>
        <p:sp>
          <p:nvSpPr>
            <p:cNvPr id="158" name="TextBox 157">
              <a:extLst>
                <a:ext uri="{FF2B5EF4-FFF2-40B4-BE49-F238E27FC236}">
                  <a16:creationId xmlns:a16="http://schemas.microsoft.com/office/drawing/2014/main" id="{D0C108DA-C031-A5C1-D389-EF30957D7A49}"/>
                </a:ext>
              </a:extLst>
            </p:cNvPr>
            <p:cNvSpPr txBox="1"/>
            <p:nvPr/>
          </p:nvSpPr>
          <p:spPr>
            <a:xfrm>
              <a:off x="13666498" y="35933938"/>
              <a:ext cx="3046150" cy="707886"/>
            </a:xfrm>
            <a:prstGeom prst="rect">
              <a:avLst/>
            </a:prstGeom>
            <a:noFill/>
          </p:spPr>
          <p:txBody>
            <a:bodyPr wrap="square" rtlCol="0">
              <a:spAutoFit/>
            </a:bodyPr>
            <a:lstStyle/>
            <a:p>
              <a:r>
                <a:rPr lang="en-US" sz="2000" dirty="0">
                  <a:latin typeface="Sans Serif Collection" panose="020B0502040504020204" pitchFamily="34" charset="0"/>
                  <a:ea typeface="Sans Serif Collection" panose="020B0502040504020204" pitchFamily="34" charset="0"/>
                  <a:cs typeface="Sans Serif Collection" panose="020B0502040504020204" pitchFamily="34" charset="0"/>
                </a:rPr>
                <a:t>Estimate </a:t>
              </a:r>
              <a:r>
                <a:rPr lang="en-US" sz="2000" i="1" dirty="0">
                  <a:latin typeface="Sans Serif Collection" panose="020B0502040504020204" pitchFamily="34" charset="0"/>
                  <a:ea typeface="Sans Serif Collection" panose="020B0502040504020204" pitchFamily="34" charset="0"/>
                  <a:cs typeface="Sans Serif Collection" panose="020B0502040504020204" pitchFamily="34" charset="0"/>
                </a:rPr>
                <a:t>b</a:t>
              </a:r>
              <a:r>
                <a:rPr lang="en-US" sz="2000" dirty="0">
                  <a:latin typeface="Sans Serif Collection" panose="020B0502040504020204" pitchFamily="34" charset="0"/>
                  <a:ea typeface="Sans Serif Collection" panose="020B0502040504020204" pitchFamily="34" charset="0"/>
                  <a:cs typeface="Sans Serif Collection" panose="020B0502040504020204" pitchFamily="34" charset="0"/>
                </a:rPr>
                <a:t> and </a:t>
              </a:r>
              <a:r>
                <a:rPr lang="en-US" sz="2000" i="1" dirty="0">
                  <a:latin typeface="Sans Serif Collection" panose="020B0502040504020204" pitchFamily="34" charset="0"/>
                  <a:ea typeface="Sans Serif Collection" panose="020B0502040504020204" pitchFamily="34" charset="0"/>
                  <a:cs typeface="Sans Serif Collection" panose="020B0502040504020204" pitchFamily="34" charset="0"/>
                </a:rPr>
                <a:t>w</a:t>
              </a:r>
              <a:r>
                <a:rPr lang="en-US" sz="2000" dirty="0">
                  <a:latin typeface="Sans Serif Collection" panose="020B0502040504020204" pitchFamily="34" charset="0"/>
                  <a:ea typeface="Sans Serif Collection" panose="020B0502040504020204" pitchFamily="34" charset="0"/>
                  <a:cs typeface="Sans Serif Collection" panose="020B0502040504020204" pitchFamily="34" charset="0"/>
                </a:rPr>
                <a:t> </a:t>
              </a:r>
            </a:p>
            <a:p>
              <a:r>
                <a:rPr lang="en-US" sz="2000" i="1" dirty="0">
                  <a:latin typeface="Sans Serif Collection" panose="020B0502040504020204" pitchFamily="34" charset="0"/>
                  <a:ea typeface="Sans Serif Collection" panose="020B0502040504020204" pitchFamily="34" charset="0"/>
                  <a:cs typeface="Sans Serif Collection" panose="020B0502040504020204" pitchFamily="34" charset="0"/>
                </a:rPr>
                <a:t>b</a:t>
              </a:r>
              <a:r>
                <a:rPr lang="en-US" sz="2000" dirty="0">
                  <a:latin typeface="Sans Serif Collection" panose="020B0502040504020204" pitchFamily="34" charset="0"/>
                  <a:ea typeface="Sans Serif Collection" panose="020B0502040504020204" pitchFamily="34" charset="0"/>
                  <a:cs typeface="Sans Serif Collection" panose="020B0502040504020204" pitchFamily="34" charset="0"/>
                </a:rPr>
                <a:t> constant</a:t>
              </a:r>
            </a:p>
          </p:txBody>
        </p:sp>
        <p:sp>
          <p:nvSpPr>
            <p:cNvPr id="159" name="TextBox 158">
              <a:extLst>
                <a:ext uri="{FF2B5EF4-FFF2-40B4-BE49-F238E27FC236}">
                  <a16:creationId xmlns:a16="http://schemas.microsoft.com/office/drawing/2014/main" id="{C428C276-EC38-5904-88C4-5BFB8D3F39BB}"/>
                </a:ext>
              </a:extLst>
            </p:cNvPr>
            <p:cNvSpPr txBox="1"/>
            <p:nvPr/>
          </p:nvSpPr>
          <p:spPr>
            <a:xfrm>
              <a:off x="13671765" y="34849111"/>
              <a:ext cx="2302294" cy="400110"/>
            </a:xfrm>
            <a:prstGeom prst="rect">
              <a:avLst/>
            </a:prstGeom>
            <a:noFill/>
          </p:spPr>
          <p:txBody>
            <a:bodyPr wrap="square" rtlCol="0">
              <a:spAutoFit/>
            </a:bodyPr>
            <a:lstStyle/>
            <a:p>
              <a:r>
                <a:rPr lang="en-US" sz="2000" dirty="0">
                  <a:latin typeface="Sans Serif Collection" panose="020B0502040504020204" pitchFamily="34" charset="0"/>
                  <a:ea typeface="Sans Serif Collection" panose="020B0502040504020204" pitchFamily="34" charset="0"/>
                  <a:cs typeface="Sans Serif Collection" panose="020B0502040504020204" pitchFamily="34" charset="0"/>
                </a:rPr>
                <a:t>Estimate </a:t>
              </a:r>
              <a:r>
                <a:rPr lang="en-US" sz="2000" i="1" dirty="0">
                  <a:latin typeface="Sans Serif Collection" panose="020B0502040504020204" pitchFamily="34" charset="0"/>
                  <a:ea typeface="Sans Serif Collection" panose="020B0502040504020204" pitchFamily="34" charset="0"/>
                  <a:cs typeface="Sans Serif Collection" panose="020B0502040504020204" pitchFamily="34" charset="0"/>
                </a:rPr>
                <a:t>P, b, w</a:t>
              </a:r>
              <a:endParaRPr lang="en-US" sz="2000" dirty="0">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grpSp>
      <p:sp>
        <p:nvSpPr>
          <p:cNvPr id="165" name="Title 1">
            <a:extLst>
              <a:ext uri="{FF2B5EF4-FFF2-40B4-BE49-F238E27FC236}">
                <a16:creationId xmlns:a16="http://schemas.microsoft.com/office/drawing/2014/main" id="{28525D51-5B9F-5934-59E1-22EF903C5A08}"/>
              </a:ext>
            </a:extLst>
          </p:cNvPr>
          <p:cNvSpPr txBox="1">
            <a:spLocks/>
          </p:cNvSpPr>
          <p:nvPr/>
        </p:nvSpPr>
        <p:spPr>
          <a:xfrm>
            <a:off x="11161618" y="21817001"/>
            <a:ext cx="16219434" cy="1019860"/>
          </a:xfrm>
          <a:prstGeom prst="rect">
            <a:avLst/>
          </a:prstGeom>
          <a:noFill/>
          <a:ln>
            <a:noFill/>
          </a:ln>
        </p:spPr>
        <p:txBody>
          <a:bodyPr lIns="91425" tIns="91425" rIns="91425" bIns="91425" anchor="ctr" anchorCtr="0">
            <a:noAutofit/>
          </a:bodyPr>
          <a:lstStyle>
            <a:defPPr marR="0" algn="l" rtl="0">
              <a:lnSpc>
                <a:spcPct val="100000"/>
              </a:lnSpc>
              <a:spcBef>
                <a:spcPts val="0"/>
              </a:spcBef>
              <a:spcAft>
                <a:spcPts val="0"/>
              </a:spcAft>
            </a:defPPr>
            <a:lvl1pPr marL="0" marR="0" indent="0" algn="ctr" rtl="0">
              <a:lnSpc>
                <a:spcPct val="100000"/>
              </a:lnSpc>
              <a:spcBef>
                <a:spcPts val="0"/>
              </a:spcBef>
              <a:spcAft>
                <a:spcPts val="0"/>
              </a:spcAft>
              <a:buClr>
                <a:schemeClr val="dk1"/>
              </a:buClr>
              <a:buFont typeface="Calibri"/>
              <a:buNone/>
              <a:defRPr sz="1400" b="0" i="0" u="none" strike="noStrike" cap="none" baseline="0">
                <a:solidFill>
                  <a:srgbClr val="000000"/>
                </a:solidFill>
                <a:latin typeface="Arial"/>
                <a:ea typeface="Arial"/>
                <a:cs typeface="Arial"/>
                <a:sym typeface="Arial"/>
                <a:rtl val="0"/>
              </a:defRPr>
            </a:lvl1pPr>
            <a:lvl2pPr marL="0" marR="0" indent="0" algn="l" rtl="0">
              <a:lnSpc>
                <a:spcPct val="100000"/>
              </a:lnSpc>
              <a:spcBef>
                <a:spcPts val="0"/>
              </a:spcBef>
              <a:spcAft>
                <a:spcPts val="0"/>
              </a:spcAft>
              <a:buClr>
                <a:srgbClr val="000000"/>
              </a:buClr>
              <a:buFont typeface="Arial"/>
              <a:buNone/>
              <a:defRPr sz="1400" b="0" i="0" u="none" strike="noStrike" cap="none" baseline="0">
                <a:solidFill>
                  <a:srgbClr val="000000"/>
                </a:solidFill>
                <a:latin typeface="Arial"/>
                <a:ea typeface="Arial"/>
                <a:cs typeface="Arial"/>
                <a:sym typeface="Arial"/>
                <a:rtl val="0"/>
              </a:defRPr>
            </a:lvl2pPr>
            <a:lvl3pPr marL="0" marR="0" indent="0" algn="l" rtl="0">
              <a:spcBef>
                <a:spcPts val="0"/>
              </a:spcBef>
              <a:defRPr/>
            </a:lvl3pPr>
            <a:lvl4pPr marL="0" marR="0" indent="0" algn="l" rtl="0">
              <a:spcBef>
                <a:spcPts val="0"/>
              </a:spcBef>
              <a:defRPr/>
            </a:lvl4pPr>
            <a:lvl5pPr marL="0" marR="0" indent="0" algn="l" rtl="0">
              <a:spcBef>
                <a:spcPts val="0"/>
              </a:spcBef>
              <a:defRPr/>
            </a:lvl5pPr>
            <a:lvl6pPr marL="0" marR="0" indent="0" algn="l" rtl="0">
              <a:spcBef>
                <a:spcPts val="0"/>
              </a:spcBef>
              <a:defRPr/>
            </a:lvl6pPr>
            <a:lvl7pPr marL="0" marR="0" indent="0" algn="l" rtl="0">
              <a:spcBef>
                <a:spcPts val="0"/>
              </a:spcBef>
              <a:defRPr/>
            </a:lvl7pPr>
            <a:lvl8pPr marL="0" marR="0" indent="0" algn="l" rtl="0">
              <a:spcBef>
                <a:spcPts val="0"/>
              </a:spcBef>
              <a:defRPr/>
            </a:lvl8pPr>
            <a:lvl9pPr marL="0" marR="0" indent="0" algn="l" rtl="0">
              <a:spcBef>
                <a:spcPts val="0"/>
              </a:spcBef>
              <a:defRPr/>
            </a:lvl9pPr>
          </a:lstStyle>
          <a:p>
            <a:r>
              <a:rPr lang="en-US" sz="3200" b="1" dirty="0">
                <a:solidFill>
                  <a:srgbClr val="16693F"/>
                </a:solidFill>
                <a:latin typeface="Sans Serif Collection" panose="020B0502040504020204" pitchFamily="34" charset="0"/>
                <a:ea typeface="Sans Serif Collection" panose="020B0502040504020204" pitchFamily="34" charset="0"/>
                <a:cs typeface="Sans Serif Collection" panose="020B0502040504020204" pitchFamily="34" charset="0"/>
              </a:rPr>
              <a:t>Weight estimation precision increases when production rates are held constant</a:t>
            </a:r>
          </a:p>
        </p:txBody>
      </p:sp>
      <p:sp>
        <p:nvSpPr>
          <p:cNvPr id="166" name="TextBox 165">
            <a:extLst>
              <a:ext uri="{FF2B5EF4-FFF2-40B4-BE49-F238E27FC236}">
                <a16:creationId xmlns:a16="http://schemas.microsoft.com/office/drawing/2014/main" id="{8001E4A1-3EAA-66D8-92A4-A2FEC88C2581}"/>
              </a:ext>
            </a:extLst>
          </p:cNvPr>
          <p:cNvSpPr txBox="1"/>
          <p:nvPr/>
        </p:nvSpPr>
        <p:spPr>
          <a:xfrm>
            <a:off x="11952134" y="22810062"/>
            <a:ext cx="14513921" cy="830997"/>
          </a:xfrm>
          <a:prstGeom prst="rect">
            <a:avLst/>
          </a:prstGeom>
          <a:noFill/>
        </p:spPr>
        <p:txBody>
          <a:bodyPr wrap="square" rtlCol="0">
            <a:spAutoFit/>
          </a:bodyPr>
          <a:lstStyle/>
          <a:p>
            <a:r>
              <a:rPr lang="en-US" sz="2400" dirty="0">
                <a:latin typeface="Sans Serif Collection" panose="020B0502040504020204" pitchFamily="34" charset="0"/>
                <a:ea typeface="Sans Serif Collection" panose="020B0502040504020204" pitchFamily="34" charset="0"/>
                <a:cs typeface="Sans Serif Collection" panose="020B0502040504020204" pitchFamily="34" charset="0"/>
              </a:rPr>
              <a:t>The distribution of the LSE of all 21 networks with different numbers of parameters being estimated are shown.</a:t>
            </a:r>
          </a:p>
        </p:txBody>
      </p:sp>
      <p:sp>
        <p:nvSpPr>
          <p:cNvPr id="15" name="TextBox 14">
            <a:extLst>
              <a:ext uri="{FF2B5EF4-FFF2-40B4-BE49-F238E27FC236}">
                <a16:creationId xmlns:a16="http://schemas.microsoft.com/office/drawing/2014/main" id="{D72EEF7A-5FA4-6416-BEA7-795232B58047}"/>
              </a:ext>
            </a:extLst>
          </p:cNvPr>
          <p:cNvSpPr txBox="1"/>
          <p:nvPr/>
        </p:nvSpPr>
        <p:spPr>
          <a:xfrm>
            <a:off x="11785477" y="8949939"/>
            <a:ext cx="14796924" cy="3231654"/>
          </a:xfrm>
          <a:prstGeom prst="rect">
            <a:avLst/>
          </a:prstGeom>
          <a:noFill/>
        </p:spPr>
        <p:txBody>
          <a:bodyPr wrap="square" rtlCol="0">
            <a:spAutoFit/>
          </a:bodyPr>
          <a:lstStyle/>
          <a:p>
            <a:pPr marL="288925" indent="-288925">
              <a:buFont typeface="Arial" panose="020B0604020202020204" pitchFamily="34" charset="0"/>
              <a:buChar char="•"/>
            </a:pPr>
            <a:r>
              <a:rPr lang="en-US" sz="2400" dirty="0">
                <a:latin typeface="Sans Serif Collection" panose="020B0502040504020204" pitchFamily="34" charset="0"/>
                <a:ea typeface="Sans Serif Collection" panose="020B0502040504020204" pitchFamily="34" charset="0"/>
                <a:cs typeface="Sans Serif Collection" panose="020B0502040504020204" pitchFamily="34" charset="0"/>
              </a:rPr>
              <a:t>Least squares error, LSE, was used to rank the performance of the networks relative to one another.</a:t>
            </a:r>
          </a:p>
          <a:p>
            <a:pPr marL="288925" indent="-288925">
              <a:buFont typeface="Arial" panose="020B0604020202020204" pitchFamily="34" charset="0"/>
              <a:buChar char="•"/>
            </a:pPr>
            <a:r>
              <a:rPr lang="en-US" sz="2400" dirty="0">
                <a:latin typeface="Sans Serif Collection" panose="020B0502040504020204" pitchFamily="34" charset="0"/>
                <a:ea typeface="Sans Serif Collection" panose="020B0502040504020204" pitchFamily="34" charset="0"/>
                <a:cs typeface="Sans Serif Collection" panose="020B0502040504020204" pitchFamily="34" charset="0"/>
              </a:rPr>
              <a:t>The error between the known known weights and the estimated weights was computed as follows:</a:t>
            </a:r>
          </a:p>
          <a:p>
            <a:pPr marL="288925" indent="-288925">
              <a:buFont typeface="Arial" panose="020B0604020202020204" pitchFamily="34" charset="0"/>
              <a:buChar char="•"/>
            </a:pPr>
            <a:endParaRPr lang="en-US" sz="2400" dirty="0">
              <a:latin typeface="Sans Serif Collection" panose="020B0502040504020204" pitchFamily="34" charset="0"/>
              <a:ea typeface="Sans Serif Collection" panose="020B0502040504020204" pitchFamily="34" charset="0"/>
              <a:cs typeface="Sans Serif Collection" panose="020B0502040504020204" pitchFamily="34" charset="0"/>
            </a:endParaRPr>
          </a:p>
          <a:p>
            <a:pPr marL="288925" indent="-288925"/>
            <a:r>
              <a:rPr lang="en-US" sz="2000" dirty="0">
                <a:latin typeface="Sans Serif Collection" panose="020B0502040504020204" pitchFamily="34" charset="0"/>
                <a:ea typeface="Sans Serif Collection" panose="020B0502040504020204" pitchFamily="34" charset="0"/>
                <a:cs typeface="Sans Serif Collection" panose="020B0502040504020204" pitchFamily="34" charset="0"/>
              </a:rPr>
              <a:t>	          LSE=			      where </a:t>
            </a:r>
            <a:r>
              <a:rPr lang="en-US" sz="2000" i="1" dirty="0" err="1">
                <a:latin typeface="Sans Serif Collection" panose="020B0502040504020204" pitchFamily="34" charset="0"/>
                <a:ea typeface="Sans Serif Collection" panose="020B0502040504020204" pitchFamily="34" charset="0"/>
                <a:cs typeface="Sans Serif Collection" panose="020B0502040504020204" pitchFamily="34" charset="0"/>
              </a:rPr>
              <a:t>w</a:t>
            </a:r>
            <a:r>
              <a:rPr lang="en-US" sz="2000" i="1" baseline="-25000" dirty="0" err="1">
                <a:latin typeface="Sans Serif Collection" panose="020B0502040504020204" pitchFamily="34" charset="0"/>
                <a:ea typeface="Sans Serif Collection" panose="020B0502040504020204" pitchFamily="34" charset="0"/>
                <a:cs typeface="Sans Serif Collection" panose="020B0502040504020204" pitchFamily="34" charset="0"/>
              </a:rPr>
              <a:t>i</a:t>
            </a:r>
            <a:r>
              <a:rPr lang="en-US" sz="2000" baseline="-25000" dirty="0">
                <a:latin typeface="Sans Serif Collection" panose="020B0502040504020204" pitchFamily="34" charset="0"/>
                <a:ea typeface="Sans Serif Collection" panose="020B0502040504020204" pitchFamily="34" charset="0"/>
                <a:cs typeface="Sans Serif Collection" panose="020B0502040504020204" pitchFamily="34" charset="0"/>
              </a:rPr>
              <a:t> </a:t>
            </a:r>
            <a:r>
              <a:rPr lang="en-US" sz="2000" dirty="0">
                <a:latin typeface="Sans Serif Collection" panose="020B0502040504020204" pitchFamily="34" charset="0"/>
                <a:ea typeface="Sans Serif Collection" panose="020B0502040504020204" pitchFamily="34" charset="0"/>
                <a:cs typeface="Sans Serif Collection" panose="020B0502040504020204" pitchFamily="34" charset="0"/>
              </a:rPr>
              <a:t>are the actual weights and </a:t>
            </a:r>
            <a:r>
              <a:rPr lang="en-US" sz="2000" i="1" dirty="0" err="1">
                <a:latin typeface="Sans Serif Collection" panose="020B0502040504020204" pitchFamily="34" charset="0"/>
                <a:ea typeface="Sans Serif Collection" panose="020B0502040504020204" pitchFamily="34" charset="0"/>
                <a:cs typeface="Sans Serif Collection" panose="020B0502040504020204" pitchFamily="34" charset="0"/>
              </a:rPr>
              <a:t>w’</a:t>
            </a:r>
            <a:r>
              <a:rPr lang="en-US" sz="2000" i="1" baseline="-25000" dirty="0" err="1">
                <a:latin typeface="Sans Serif Collection" panose="020B0502040504020204" pitchFamily="34" charset="0"/>
                <a:ea typeface="Sans Serif Collection" panose="020B0502040504020204" pitchFamily="34" charset="0"/>
                <a:cs typeface="Sans Serif Collection" panose="020B0502040504020204" pitchFamily="34" charset="0"/>
              </a:rPr>
              <a:t>i</a:t>
            </a:r>
            <a:r>
              <a:rPr lang="en-US" sz="2000" dirty="0">
                <a:latin typeface="Sans Serif Collection" panose="020B0502040504020204" pitchFamily="34" charset="0"/>
                <a:ea typeface="Sans Serif Collection" panose="020B0502040504020204" pitchFamily="34" charset="0"/>
                <a:cs typeface="Sans Serif Collection" panose="020B0502040504020204" pitchFamily="34" charset="0"/>
              </a:rPr>
              <a:t> are the estimated weights.</a:t>
            </a:r>
          </a:p>
          <a:p>
            <a:pPr marL="288925" indent="-288925"/>
            <a:r>
              <a:rPr lang="en-US" sz="2000" dirty="0">
                <a:latin typeface="Sans Serif Collection" panose="020B0502040504020204" pitchFamily="34" charset="0"/>
                <a:ea typeface="Sans Serif Collection" panose="020B0502040504020204" pitchFamily="34" charset="0"/>
                <a:cs typeface="Sans Serif Collection" panose="020B0502040504020204" pitchFamily="34" charset="0"/>
              </a:rPr>
              <a:t> </a:t>
            </a:r>
          </a:p>
          <a:p>
            <a:pPr marL="288925" indent="-288925"/>
            <a:endParaRPr lang="en-US" sz="2000" dirty="0">
              <a:latin typeface="Sans Serif Collection" panose="020B0502040504020204" pitchFamily="34" charset="0"/>
              <a:ea typeface="Sans Serif Collection" panose="020B0502040504020204" pitchFamily="34" charset="0"/>
              <a:cs typeface="Sans Serif Collection" panose="020B0502040504020204" pitchFamily="34" charset="0"/>
            </a:endParaRPr>
          </a:p>
          <a:p>
            <a:pPr marL="288925" indent="-288925">
              <a:buFont typeface="Arial" panose="020B0604020202020204" pitchFamily="34" charset="0"/>
              <a:buChar char="•"/>
            </a:pPr>
            <a:endParaRPr lang="en-US" sz="2400" dirty="0">
              <a:latin typeface="Sans Serif Collection" panose="020B0502040504020204" pitchFamily="34" charset="0"/>
              <a:ea typeface="Sans Serif Collection" panose="020B0502040504020204" pitchFamily="34" charset="0"/>
              <a:cs typeface="Sans Serif Collection" panose="020B0502040504020204" pitchFamily="34" charset="0"/>
            </a:endParaRPr>
          </a:p>
          <a:p>
            <a:pPr marL="288925" indent="-288925">
              <a:buFont typeface="Arial" panose="020B0604020202020204" pitchFamily="34" charset="0"/>
              <a:buChar char="•"/>
            </a:pPr>
            <a:r>
              <a:rPr lang="en-US" sz="2400" dirty="0">
                <a:latin typeface="Sans Serif Collection" panose="020B0502040504020204" pitchFamily="34" charset="0"/>
                <a:ea typeface="Sans Serif Collection" panose="020B0502040504020204" pitchFamily="34" charset="0"/>
                <a:cs typeface="Sans Serif Collection" panose="020B0502040504020204" pitchFamily="34" charset="0"/>
              </a:rPr>
              <a:t>All 21 possible 3-gene, 4-edge networks are shown below and ranked from best to worst based on the sum of the LSE across the types of estimations. </a:t>
            </a:r>
          </a:p>
        </p:txBody>
      </p:sp>
      <p:pic>
        <p:nvPicPr>
          <p:cNvPr id="18" name="Picture 17">
            <a:extLst>
              <a:ext uri="{FF2B5EF4-FFF2-40B4-BE49-F238E27FC236}">
                <a16:creationId xmlns:a16="http://schemas.microsoft.com/office/drawing/2014/main" id="{A7D53428-56D4-0ACD-2009-EC53E376D25B}"/>
              </a:ext>
            </a:extLst>
          </p:cNvPr>
          <p:cNvPicPr>
            <a:picLocks noChangeAspect="1"/>
          </p:cNvPicPr>
          <p:nvPr/>
        </p:nvPicPr>
        <p:blipFill>
          <a:blip r:embed="rId14"/>
          <a:stretch>
            <a:fillRect/>
          </a:stretch>
        </p:blipFill>
        <p:spPr>
          <a:xfrm>
            <a:off x="13399577" y="9559314"/>
            <a:ext cx="2457793" cy="1228896"/>
          </a:xfrm>
          <a:prstGeom prst="rect">
            <a:avLst/>
          </a:prstGeom>
        </p:spPr>
      </p:pic>
      <p:sp>
        <p:nvSpPr>
          <p:cNvPr id="231" name="TextBox 230">
            <a:extLst>
              <a:ext uri="{FF2B5EF4-FFF2-40B4-BE49-F238E27FC236}">
                <a16:creationId xmlns:a16="http://schemas.microsoft.com/office/drawing/2014/main" id="{80DAB280-0360-C187-5E8A-BAD3CB58F639}"/>
              </a:ext>
            </a:extLst>
          </p:cNvPr>
          <p:cNvSpPr txBox="1"/>
          <p:nvPr/>
        </p:nvSpPr>
        <p:spPr>
          <a:xfrm>
            <a:off x="11989309" y="27488172"/>
            <a:ext cx="14310090" cy="4524315"/>
          </a:xfrm>
          <a:prstGeom prst="rect">
            <a:avLst/>
          </a:prstGeom>
          <a:noFill/>
        </p:spPr>
        <p:txBody>
          <a:bodyPr wrap="square" rtlCol="0">
            <a:spAutoFit/>
          </a:bodyPr>
          <a:lstStyle/>
          <a:p>
            <a:pPr marL="241300" lvl="1" indent="-241300" defTabSz="457200">
              <a:buClr>
                <a:schemeClr val="dk1"/>
              </a:buClr>
              <a:buSzPct val="100000"/>
              <a:buFont typeface="Arial" panose="020B0604020202020204" pitchFamily="34" charset="0"/>
              <a:buChar char="•"/>
              <a:defRPr/>
            </a:pPr>
            <a:r>
              <a:rPr lang="en-US" sz="2400" dirty="0">
                <a:latin typeface="Sans Serif Collection" panose="020B0502040504020204" pitchFamily="34" charset="0"/>
                <a:ea typeface="Sans Serif Collection" panose="020B0502040504020204" pitchFamily="34" charset="0"/>
                <a:cs typeface="Sans Serif Collection" panose="020B0502040504020204" pitchFamily="34" charset="0"/>
              </a:rPr>
              <a:t>When </a:t>
            </a:r>
            <a:r>
              <a:rPr lang="en-US" sz="2400" i="1" dirty="0">
                <a:latin typeface="Sans Serif Collection" panose="020B0502040504020204" pitchFamily="34" charset="0"/>
                <a:ea typeface="Sans Serif Collection" panose="020B0502040504020204" pitchFamily="34" charset="0"/>
                <a:cs typeface="Sans Serif Collection" panose="020B0502040504020204" pitchFamily="34" charset="0"/>
              </a:rPr>
              <a:t>P</a:t>
            </a:r>
            <a:r>
              <a:rPr lang="en-US" sz="2400" dirty="0">
                <a:latin typeface="Sans Serif Collection" panose="020B0502040504020204" pitchFamily="34" charset="0"/>
                <a:ea typeface="Sans Serif Collection" panose="020B0502040504020204" pitchFamily="34" charset="0"/>
                <a:cs typeface="Sans Serif Collection" panose="020B0502040504020204" pitchFamily="34" charset="0"/>
              </a:rPr>
              <a:t> and </a:t>
            </a:r>
            <a:r>
              <a:rPr lang="en-US" sz="2400" i="1" dirty="0">
                <a:latin typeface="Sans Serif Collection" panose="020B0502040504020204" pitchFamily="34" charset="0"/>
                <a:ea typeface="Sans Serif Collection" panose="020B0502040504020204" pitchFamily="34" charset="0"/>
                <a:cs typeface="Sans Serif Collection" panose="020B0502040504020204" pitchFamily="34" charset="0"/>
              </a:rPr>
              <a:t>b</a:t>
            </a:r>
            <a:r>
              <a:rPr lang="en-US" sz="2400" dirty="0">
                <a:latin typeface="Sans Serif Collection" panose="020B0502040504020204" pitchFamily="34" charset="0"/>
                <a:ea typeface="Sans Serif Collection" panose="020B0502040504020204" pitchFamily="34" charset="0"/>
                <a:cs typeface="Sans Serif Collection" panose="020B0502040504020204" pitchFamily="34" charset="0"/>
              </a:rPr>
              <a:t> were held constant, only the 4 weight parameters were estimated, compared to the 10 estimated when </a:t>
            </a:r>
            <a:r>
              <a:rPr lang="en-US" sz="2400" i="1" dirty="0">
                <a:latin typeface="Sans Serif Collection" panose="020B0502040504020204" pitchFamily="34" charset="0"/>
                <a:ea typeface="Sans Serif Collection" panose="020B0502040504020204" pitchFamily="34" charset="0"/>
                <a:cs typeface="Sans Serif Collection" panose="020B0502040504020204" pitchFamily="34" charset="0"/>
              </a:rPr>
              <a:t>P</a:t>
            </a:r>
            <a:r>
              <a:rPr lang="en-US" sz="2400" dirty="0">
                <a:latin typeface="Sans Serif Collection" panose="020B0502040504020204" pitchFamily="34" charset="0"/>
                <a:ea typeface="Sans Serif Collection" panose="020B0502040504020204" pitchFamily="34" charset="0"/>
                <a:cs typeface="Sans Serif Collection" panose="020B0502040504020204" pitchFamily="34" charset="0"/>
              </a:rPr>
              <a:t>, </a:t>
            </a:r>
            <a:r>
              <a:rPr lang="en-US" sz="2400" i="1" dirty="0">
                <a:latin typeface="Sans Serif Collection" panose="020B0502040504020204" pitchFamily="34" charset="0"/>
                <a:ea typeface="Sans Serif Collection" panose="020B0502040504020204" pitchFamily="34" charset="0"/>
                <a:cs typeface="Sans Serif Collection" panose="020B0502040504020204" pitchFamily="34" charset="0"/>
              </a:rPr>
              <a:t>b</a:t>
            </a:r>
            <a:r>
              <a:rPr lang="en-US" sz="2400" dirty="0">
                <a:latin typeface="Sans Serif Collection" panose="020B0502040504020204" pitchFamily="34" charset="0"/>
                <a:ea typeface="Sans Serif Collection" panose="020B0502040504020204" pitchFamily="34" charset="0"/>
                <a:cs typeface="Sans Serif Collection" panose="020B0502040504020204" pitchFamily="34" charset="0"/>
              </a:rPr>
              <a:t>, and </a:t>
            </a:r>
            <a:r>
              <a:rPr lang="en-US" sz="2400" i="1" dirty="0">
                <a:latin typeface="Sans Serif Collection" panose="020B0502040504020204" pitchFamily="34" charset="0"/>
                <a:ea typeface="Sans Serif Collection" panose="020B0502040504020204" pitchFamily="34" charset="0"/>
                <a:cs typeface="Sans Serif Collection" panose="020B0502040504020204" pitchFamily="34" charset="0"/>
              </a:rPr>
              <a:t>w</a:t>
            </a:r>
            <a:r>
              <a:rPr lang="en-US" sz="2400" dirty="0">
                <a:latin typeface="Sans Serif Collection" panose="020B0502040504020204" pitchFamily="34" charset="0"/>
                <a:ea typeface="Sans Serif Collection" panose="020B0502040504020204" pitchFamily="34" charset="0"/>
                <a:cs typeface="Sans Serif Collection" panose="020B0502040504020204" pitchFamily="34" charset="0"/>
              </a:rPr>
              <a:t> were all estimated.</a:t>
            </a:r>
            <a:endParaRPr lang="en-US" sz="2400" i="1" dirty="0">
              <a:latin typeface="Sans Serif Collection" panose="020B0502040504020204" pitchFamily="34" charset="0"/>
              <a:ea typeface="Sans Serif Collection" panose="020B0502040504020204" pitchFamily="34" charset="0"/>
              <a:cs typeface="Sans Serif Collection" panose="020B0502040504020204" pitchFamily="34" charset="0"/>
            </a:endParaRPr>
          </a:p>
          <a:p>
            <a:pPr marL="241300" lvl="1" indent="-241300" defTabSz="457200">
              <a:buClr>
                <a:schemeClr val="dk1"/>
              </a:buClr>
              <a:buSzPct val="100000"/>
              <a:buFont typeface="Arial" panose="020B0604020202020204" pitchFamily="34" charset="0"/>
              <a:buChar char="•"/>
              <a:defRPr/>
            </a:pPr>
            <a:r>
              <a:rPr lang="en-US" sz="2400" dirty="0">
                <a:latin typeface="Sans Serif Collection" panose="020B0502040504020204" pitchFamily="34" charset="0"/>
                <a:ea typeface="Sans Serif Collection" panose="020B0502040504020204" pitchFamily="34" charset="0"/>
                <a:cs typeface="Sans Serif Collection" panose="020B0502040504020204" pitchFamily="34" charset="0"/>
              </a:rPr>
              <a:t>The performance of the model when </a:t>
            </a:r>
            <a:r>
              <a:rPr lang="en-US" sz="2400" i="1" dirty="0">
                <a:latin typeface="Sans Serif Collection" panose="020B0502040504020204" pitchFamily="34" charset="0"/>
                <a:ea typeface="Sans Serif Collection" panose="020B0502040504020204" pitchFamily="34" charset="0"/>
                <a:cs typeface="Sans Serif Collection" panose="020B0502040504020204" pitchFamily="34" charset="0"/>
              </a:rPr>
              <a:t>P</a:t>
            </a:r>
            <a:r>
              <a:rPr lang="en-US" sz="2400" dirty="0">
                <a:latin typeface="Sans Serif Collection" panose="020B0502040504020204" pitchFamily="34" charset="0"/>
                <a:ea typeface="Sans Serif Collection" panose="020B0502040504020204" pitchFamily="34" charset="0"/>
                <a:cs typeface="Sans Serif Collection" panose="020B0502040504020204" pitchFamily="34" charset="0"/>
              </a:rPr>
              <a:t> and </a:t>
            </a:r>
            <a:r>
              <a:rPr lang="en-US" sz="2400" i="1" dirty="0">
                <a:latin typeface="Sans Serif Collection" panose="020B0502040504020204" pitchFamily="34" charset="0"/>
                <a:ea typeface="Sans Serif Collection" panose="020B0502040504020204" pitchFamily="34" charset="0"/>
                <a:cs typeface="Sans Serif Collection" panose="020B0502040504020204" pitchFamily="34" charset="0"/>
              </a:rPr>
              <a:t>b</a:t>
            </a:r>
            <a:r>
              <a:rPr lang="en-US" sz="2400" dirty="0">
                <a:latin typeface="Sans Serif Collection" panose="020B0502040504020204" pitchFamily="34" charset="0"/>
                <a:ea typeface="Sans Serif Collection" panose="020B0502040504020204" pitchFamily="34" charset="0"/>
                <a:cs typeface="Sans Serif Collection" panose="020B0502040504020204" pitchFamily="34" charset="0"/>
              </a:rPr>
              <a:t> were held constant and when only </a:t>
            </a:r>
            <a:r>
              <a:rPr lang="en-US" sz="2400" i="1" dirty="0">
                <a:latin typeface="Sans Serif Collection" panose="020B0502040504020204" pitchFamily="34" charset="0"/>
                <a:ea typeface="Sans Serif Collection" panose="020B0502040504020204" pitchFamily="34" charset="0"/>
                <a:cs typeface="Sans Serif Collection" panose="020B0502040504020204" pitchFamily="34" charset="0"/>
              </a:rPr>
              <a:t>P</a:t>
            </a:r>
            <a:r>
              <a:rPr lang="en-US" sz="2400" dirty="0">
                <a:latin typeface="Sans Serif Collection" panose="020B0502040504020204" pitchFamily="34" charset="0"/>
                <a:ea typeface="Sans Serif Collection" panose="020B0502040504020204" pitchFamily="34" charset="0"/>
                <a:cs typeface="Sans Serif Collection" panose="020B0502040504020204" pitchFamily="34" charset="0"/>
              </a:rPr>
              <a:t> was held constant were relatively similar, suggesting that the issue is estimating the production rate, not necessarily the number of parameters estimated.</a:t>
            </a:r>
          </a:p>
          <a:p>
            <a:pPr marL="241300" indent="-241300">
              <a:buFont typeface="Arial" panose="020B0604020202020204" pitchFamily="34" charset="0"/>
              <a:buChar char="•"/>
            </a:pPr>
            <a:r>
              <a:rPr lang="en-US" sz="2400" dirty="0">
                <a:latin typeface="Sans Serif Collection" panose="020B0502040504020204" pitchFamily="34" charset="0"/>
                <a:ea typeface="Sans Serif Collection" panose="020B0502040504020204" pitchFamily="34" charset="0"/>
                <a:cs typeface="Sans Serif Collection" panose="020B0502040504020204" pitchFamily="34" charset="0"/>
              </a:rPr>
              <a:t>The ranking of network motifs is heavily dependent on the choice of the weight values which were assigned arbitrarily, so conclusions about the relationship of specific network structure on model accuracy were unable to be drawn.</a:t>
            </a:r>
          </a:p>
          <a:p>
            <a:pPr marL="241300" lvl="4" indent="-241300">
              <a:buFont typeface="Arial" panose="020B0604020202020204" pitchFamily="34" charset="0"/>
              <a:buChar char="•"/>
            </a:pPr>
            <a:r>
              <a:rPr lang="en-US" sz="2400" dirty="0">
                <a:latin typeface="Sans Serif Collection" panose="020B0502040504020204" pitchFamily="34" charset="0"/>
                <a:ea typeface="Sans Serif Collection" panose="020B0502040504020204" pitchFamily="34" charset="0"/>
                <a:cs typeface="Sans Serif Collection" panose="020B0502040504020204" pitchFamily="34" charset="0"/>
              </a:rPr>
              <a:t>However, both types of “fan in with two autoregulation” and all three types of “mutual in with one autoregulation” were in the lowest tercile of the ranks, suggesting further investigation of these regulatory motifs is warranted.</a:t>
            </a:r>
            <a:endParaRPr lang="en-US" sz="2000" dirty="0">
              <a:latin typeface="Sans Serif Collection" panose="020B0502040504020204" pitchFamily="34" charset="0"/>
              <a:ea typeface="Sans Serif Collection" panose="020B0502040504020204" pitchFamily="34" charset="0"/>
              <a:cs typeface="Sans Serif Collection" panose="020B0502040504020204" pitchFamily="34" charset="0"/>
            </a:endParaRPr>
          </a:p>
          <a:p>
            <a:pPr marL="342900" lvl="1" indent="-342900" defTabSz="457200">
              <a:buClr>
                <a:schemeClr val="dk1"/>
              </a:buClr>
              <a:buSzPct val="100000"/>
              <a:buFont typeface="Arial" panose="020B0604020202020204" pitchFamily="34" charset="0"/>
              <a:buChar char="•"/>
              <a:defRPr/>
            </a:pPr>
            <a:endParaRPr lang="en-US" sz="2400" dirty="0">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
        <p:nvSpPr>
          <p:cNvPr id="233" name="TextBox 232">
            <a:extLst>
              <a:ext uri="{FF2B5EF4-FFF2-40B4-BE49-F238E27FC236}">
                <a16:creationId xmlns:a16="http://schemas.microsoft.com/office/drawing/2014/main" id="{D2AA25A8-3E04-2071-B31E-A53502555A9A}"/>
              </a:ext>
            </a:extLst>
          </p:cNvPr>
          <p:cNvSpPr txBox="1"/>
          <p:nvPr/>
        </p:nvSpPr>
        <p:spPr>
          <a:xfrm>
            <a:off x="27830758" y="8798551"/>
            <a:ext cx="6947897" cy="461665"/>
          </a:xfrm>
          <a:prstGeom prst="rect">
            <a:avLst/>
          </a:prstGeom>
          <a:noFill/>
        </p:spPr>
        <p:txBody>
          <a:bodyPr wrap="square" rtlCol="0">
            <a:spAutoFit/>
          </a:bodyPr>
          <a:lstStyle/>
          <a:p>
            <a:pPr algn="ctr"/>
            <a:r>
              <a:rPr lang="en-US" sz="2400" u="sng" dirty="0">
                <a:latin typeface="Sans Serif Collection" panose="020B0502040504020204" pitchFamily="34" charset="0"/>
                <a:ea typeface="Sans Serif Collection" panose="020B0502040504020204" pitchFamily="34" charset="0"/>
                <a:cs typeface="Sans Serif Collection" panose="020B0502040504020204" pitchFamily="34" charset="0"/>
              </a:rPr>
              <a:t>Network Originally Ranked 1</a:t>
            </a:r>
            <a:r>
              <a:rPr lang="en-US" sz="2400" u="sng" baseline="30000" dirty="0">
                <a:latin typeface="Sans Serif Collection" panose="020B0502040504020204" pitchFamily="34" charset="0"/>
                <a:ea typeface="Sans Serif Collection" panose="020B0502040504020204" pitchFamily="34" charset="0"/>
                <a:cs typeface="Sans Serif Collection" panose="020B0502040504020204" pitchFamily="34" charset="0"/>
              </a:rPr>
              <a:t>st</a:t>
            </a:r>
          </a:p>
        </p:txBody>
      </p:sp>
      <p:sp>
        <p:nvSpPr>
          <p:cNvPr id="230" name="TextBox 229">
            <a:extLst>
              <a:ext uri="{FF2B5EF4-FFF2-40B4-BE49-F238E27FC236}">
                <a16:creationId xmlns:a16="http://schemas.microsoft.com/office/drawing/2014/main" id="{3A38AA81-D4AA-972A-2A8D-5F5CE3BB1BA3}"/>
              </a:ext>
            </a:extLst>
          </p:cNvPr>
          <p:cNvSpPr txBox="1"/>
          <p:nvPr/>
        </p:nvSpPr>
        <p:spPr>
          <a:xfrm>
            <a:off x="27938351" y="6944838"/>
            <a:ext cx="14934628" cy="1785104"/>
          </a:xfrm>
          <a:prstGeom prst="rect">
            <a:avLst/>
          </a:prstGeom>
          <a:noFill/>
        </p:spPr>
        <p:txBody>
          <a:bodyPr wrap="square" rtlCol="0">
            <a:spAutoFit/>
          </a:bodyPr>
          <a:lstStyle/>
          <a:p>
            <a:pPr marL="241300" indent="-241300">
              <a:buFont typeface="Arial" panose="020B0604020202020204" pitchFamily="34" charset="0"/>
              <a:buChar char="•"/>
            </a:pPr>
            <a:r>
              <a:rPr lang="en-US" sz="2200" dirty="0">
                <a:latin typeface="Sans Serif Collection" panose="020B0502040504020204" pitchFamily="34" charset="0"/>
                <a:ea typeface="Sans Serif Collection" panose="020B0502040504020204" pitchFamily="34" charset="0"/>
                <a:cs typeface="Sans Serif Collection" panose="020B0502040504020204" pitchFamily="34" charset="0"/>
              </a:rPr>
              <a:t>Since weights were chosen arbitrarily (either 1, -1, 2, or -2), we also investigated if the rankings were solely based on network structure, or if they were also impacted by the choices of weights. </a:t>
            </a:r>
          </a:p>
          <a:p>
            <a:pPr marL="241300" indent="-241300">
              <a:buFont typeface="Arial" panose="020B0604020202020204" pitchFamily="34" charset="0"/>
              <a:buChar char="•"/>
            </a:pPr>
            <a:r>
              <a:rPr lang="en-US" sz="2200" dirty="0">
                <a:latin typeface="Sans Serif Collection" panose="020B0502040504020204" pitchFamily="34" charset="0"/>
                <a:ea typeface="Sans Serif Collection" panose="020B0502040504020204" pitchFamily="34" charset="0"/>
                <a:cs typeface="Sans Serif Collection" panose="020B0502040504020204" pitchFamily="34" charset="0"/>
              </a:rPr>
              <a:t>All 24 permutations of the weight assignments to edges were modeled for the networks originally ranked 1st and 7th to determine the impact of the weights. </a:t>
            </a:r>
          </a:p>
          <a:p>
            <a:pPr marL="241300" indent="-241300">
              <a:buFont typeface="Arial" panose="020B0604020202020204" pitchFamily="34" charset="0"/>
              <a:buChar char="•"/>
            </a:pPr>
            <a:r>
              <a:rPr lang="en-US" sz="2200" dirty="0">
                <a:latin typeface="Sans Serif Collection" panose="020B0502040504020204" pitchFamily="34" charset="0"/>
                <a:ea typeface="Sans Serif Collection" panose="020B0502040504020204" pitchFamily="34" charset="0"/>
                <a:cs typeface="Sans Serif Collection" panose="020B0502040504020204" pitchFamily="34" charset="0"/>
              </a:rPr>
              <a:t>The LSE of the weights were calculated for each trial as before.</a:t>
            </a:r>
          </a:p>
        </p:txBody>
      </p:sp>
      <p:sp>
        <p:nvSpPr>
          <p:cNvPr id="236" name="Title 1">
            <a:extLst>
              <a:ext uri="{FF2B5EF4-FFF2-40B4-BE49-F238E27FC236}">
                <a16:creationId xmlns:a16="http://schemas.microsoft.com/office/drawing/2014/main" id="{FBD80F30-4C29-4319-B752-0DACB9DF5C1A}"/>
              </a:ext>
            </a:extLst>
          </p:cNvPr>
          <p:cNvSpPr txBox="1">
            <a:spLocks/>
          </p:cNvSpPr>
          <p:nvPr/>
        </p:nvSpPr>
        <p:spPr>
          <a:xfrm>
            <a:off x="27561198" y="6172760"/>
            <a:ext cx="16219434" cy="1019860"/>
          </a:xfrm>
          <a:prstGeom prst="rect">
            <a:avLst/>
          </a:prstGeom>
          <a:noFill/>
          <a:ln>
            <a:noFill/>
          </a:ln>
        </p:spPr>
        <p:txBody>
          <a:bodyPr lIns="91425" tIns="91425" rIns="91425" bIns="91425" anchor="ctr" anchorCtr="0">
            <a:noAutofit/>
          </a:bodyPr>
          <a:lstStyle>
            <a:defPPr marR="0" algn="l" rtl="0">
              <a:lnSpc>
                <a:spcPct val="100000"/>
              </a:lnSpc>
              <a:spcBef>
                <a:spcPts val="0"/>
              </a:spcBef>
              <a:spcAft>
                <a:spcPts val="0"/>
              </a:spcAft>
            </a:defPPr>
            <a:lvl1pPr marL="0" marR="0" indent="0" algn="ctr" rtl="0">
              <a:lnSpc>
                <a:spcPct val="100000"/>
              </a:lnSpc>
              <a:spcBef>
                <a:spcPts val="0"/>
              </a:spcBef>
              <a:spcAft>
                <a:spcPts val="0"/>
              </a:spcAft>
              <a:buClr>
                <a:schemeClr val="dk1"/>
              </a:buClr>
              <a:buFont typeface="Calibri"/>
              <a:buNone/>
              <a:defRPr sz="1400" b="0" i="0" u="none" strike="noStrike" cap="none" baseline="0">
                <a:solidFill>
                  <a:srgbClr val="000000"/>
                </a:solidFill>
                <a:latin typeface="Arial"/>
                <a:ea typeface="Arial"/>
                <a:cs typeface="Arial"/>
                <a:sym typeface="Arial"/>
                <a:rtl val="0"/>
              </a:defRPr>
            </a:lvl1pPr>
            <a:lvl2pPr marL="0" marR="0" indent="0" algn="l" rtl="0">
              <a:lnSpc>
                <a:spcPct val="100000"/>
              </a:lnSpc>
              <a:spcBef>
                <a:spcPts val="0"/>
              </a:spcBef>
              <a:spcAft>
                <a:spcPts val="0"/>
              </a:spcAft>
              <a:buClr>
                <a:srgbClr val="000000"/>
              </a:buClr>
              <a:buFont typeface="Arial"/>
              <a:buNone/>
              <a:defRPr sz="1400" b="0" i="0" u="none" strike="noStrike" cap="none" baseline="0">
                <a:solidFill>
                  <a:srgbClr val="000000"/>
                </a:solidFill>
                <a:latin typeface="Arial"/>
                <a:ea typeface="Arial"/>
                <a:cs typeface="Arial"/>
                <a:sym typeface="Arial"/>
                <a:rtl val="0"/>
              </a:defRPr>
            </a:lvl2pPr>
            <a:lvl3pPr marL="0" marR="0" indent="0" algn="l" rtl="0">
              <a:spcBef>
                <a:spcPts val="0"/>
              </a:spcBef>
              <a:defRPr/>
            </a:lvl3pPr>
            <a:lvl4pPr marL="0" marR="0" indent="0" algn="l" rtl="0">
              <a:spcBef>
                <a:spcPts val="0"/>
              </a:spcBef>
              <a:defRPr/>
            </a:lvl4pPr>
            <a:lvl5pPr marL="0" marR="0" indent="0" algn="l" rtl="0">
              <a:spcBef>
                <a:spcPts val="0"/>
              </a:spcBef>
              <a:defRPr/>
            </a:lvl5pPr>
            <a:lvl6pPr marL="0" marR="0" indent="0" algn="l" rtl="0">
              <a:spcBef>
                <a:spcPts val="0"/>
              </a:spcBef>
              <a:defRPr/>
            </a:lvl6pPr>
            <a:lvl7pPr marL="0" marR="0" indent="0" algn="l" rtl="0">
              <a:spcBef>
                <a:spcPts val="0"/>
              </a:spcBef>
              <a:defRPr/>
            </a:lvl7pPr>
            <a:lvl8pPr marL="0" marR="0" indent="0" algn="l" rtl="0">
              <a:spcBef>
                <a:spcPts val="0"/>
              </a:spcBef>
              <a:defRPr/>
            </a:lvl8pPr>
            <a:lvl9pPr marL="0" marR="0" indent="0" algn="l" rtl="0">
              <a:spcBef>
                <a:spcPts val="0"/>
              </a:spcBef>
              <a:defRPr/>
            </a:lvl9pPr>
          </a:lstStyle>
          <a:p>
            <a:r>
              <a:rPr lang="en-US" sz="3200" b="1" dirty="0">
                <a:solidFill>
                  <a:srgbClr val="16693F"/>
                </a:solidFill>
                <a:latin typeface="Sans Serif Collection" panose="020B0502040504020204" pitchFamily="34" charset="0"/>
                <a:ea typeface="Sans Serif Collection" panose="020B0502040504020204" pitchFamily="34" charset="0"/>
                <a:cs typeface="Sans Serif Collection" panose="020B0502040504020204" pitchFamily="34" charset="0"/>
              </a:rPr>
              <a:t>Weight estimation precision is dependent on weight values</a:t>
            </a:r>
          </a:p>
        </p:txBody>
      </p:sp>
      <p:pic>
        <p:nvPicPr>
          <p:cNvPr id="19" name="Picture 18" descr="A graph with lines and dots&#10;&#10;AI-generated content may be incorrect.">
            <a:extLst>
              <a:ext uri="{FF2B5EF4-FFF2-40B4-BE49-F238E27FC236}">
                <a16:creationId xmlns:a16="http://schemas.microsoft.com/office/drawing/2014/main" id="{52FD5BDB-F86B-8E3A-9DD7-AA4D2A88406B}"/>
              </a:ext>
            </a:extLst>
          </p:cNvPr>
          <p:cNvPicPr>
            <a:picLocks noChangeAspect="1"/>
          </p:cNvPicPr>
          <p:nvPr/>
        </p:nvPicPr>
        <p:blipFill>
          <a:blip r:embed="rId15"/>
          <a:srcRect l="14919" t="20569"/>
          <a:stretch>
            <a:fillRect/>
          </a:stretch>
        </p:blipFill>
        <p:spPr>
          <a:xfrm>
            <a:off x="28973923" y="20377891"/>
            <a:ext cx="6243058" cy="2545257"/>
          </a:xfrm>
          <a:prstGeom prst="rect">
            <a:avLst/>
          </a:prstGeom>
        </p:spPr>
      </p:pic>
      <p:pic>
        <p:nvPicPr>
          <p:cNvPr id="21" name="Picture 20" descr="A graph with text on it&#10;&#10;AI-generated content may be incorrect.">
            <a:extLst>
              <a:ext uri="{FF2B5EF4-FFF2-40B4-BE49-F238E27FC236}">
                <a16:creationId xmlns:a16="http://schemas.microsoft.com/office/drawing/2014/main" id="{FE5B1C3B-6E20-8F26-9365-973F07B0DD5D}"/>
              </a:ext>
            </a:extLst>
          </p:cNvPr>
          <p:cNvPicPr>
            <a:picLocks noChangeAspect="1"/>
          </p:cNvPicPr>
          <p:nvPr/>
        </p:nvPicPr>
        <p:blipFill>
          <a:blip r:embed="rId16"/>
          <a:srcRect l="14516" t="19325"/>
          <a:stretch>
            <a:fillRect/>
          </a:stretch>
        </p:blipFill>
        <p:spPr>
          <a:xfrm>
            <a:off x="36644429" y="20341233"/>
            <a:ext cx="6264839" cy="2581915"/>
          </a:xfrm>
          <a:prstGeom prst="rect">
            <a:avLst/>
          </a:prstGeom>
        </p:spPr>
      </p:pic>
      <p:grpSp>
        <p:nvGrpSpPr>
          <p:cNvPr id="17" name="Group 16">
            <a:extLst>
              <a:ext uri="{FF2B5EF4-FFF2-40B4-BE49-F238E27FC236}">
                <a16:creationId xmlns:a16="http://schemas.microsoft.com/office/drawing/2014/main" id="{98C0C93B-2141-9BDE-65ED-1F2DC58C64C0}"/>
              </a:ext>
            </a:extLst>
          </p:cNvPr>
          <p:cNvGrpSpPr/>
          <p:nvPr/>
        </p:nvGrpSpPr>
        <p:grpSpPr>
          <a:xfrm>
            <a:off x="28340095" y="15607711"/>
            <a:ext cx="6438560" cy="4778104"/>
            <a:chOff x="28080040" y="13761065"/>
            <a:chExt cx="5635726" cy="4284184"/>
          </a:xfrm>
        </p:grpSpPr>
        <p:pic>
          <p:nvPicPr>
            <p:cNvPr id="4" name="Picture 3">
              <a:extLst>
                <a:ext uri="{FF2B5EF4-FFF2-40B4-BE49-F238E27FC236}">
                  <a16:creationId xmlns:a16="http://schemas.microsoft.com/office/drawing/2014/main" id="{23D09192-FBD2-E618-6400-CF03ACB8D326}"/>
                </a:ext>
              </a:extLst>
            </p:cNvPr>
            <p:cNvPicPr>
              <a:picLocks noChangeAspect="1"/>
            </p:cNvPicPr>
            <p:nvPr/>
          </p:nvPicPr>
          <p:blipFill>
            <a:blip r:embed="rId17"/>
            <a:stretch>
              <a:fillRect/>
            </a:stretch>
          </p:blipFill>
          <p:spPr>
            <a:xfrm>
              <a:off x="28534510" y="17298489"/>
              <a:ext cx="5024080" cy="746760"/>
            </a:xfrm>
            <a:prstGeom prst="rect">
              <a:avLst/>
            </a:prstGeom>
          </p:spPr>
        </p:pic>
        <p:graphicFrame>
          <p:nvGraphicFramePr>
            <p:cNvPr id="13" name="Chart 12">
              <a:extLst>
                <a:ext uri="{FF2B5EF4-FFF2-40B4-BE49-F238E27FC236}">
                  <a16:creationId xmlns:a16="http://schemas.microsoft.com/office/drawing/2014/main" id="{CD28D55D-0B9D-313D-CEDC-12A9F39EB556}"/>
                </a:ext>
              </a:extLst>
            </p:cNvPr>
            <p:cNvGraphicFramePr>
              <a:graphicFrameLocks/>
            </p:cNvGraphicFramePr>
            <p:nvPr>
              <p:extLst>
                <p:ext uri="{D42A27DB-BD31-4B8C-83A1-F6EECF244321}">
                  <p14:modId xmlns:p14="http://schemas.microsoft.com/office/powerpoint/2010/main" val="3167434312"/>
                </p:ext>
              </p:extLst>
            </p:nvPr>
          </p:nvGraphicFramePr>
          <p:xfrm>
            <a:off x="28080040" y="13761065"/>
            <a:ext cx="5635726" cy="3639212"/>
          </p:xfrm>
          <a:graphic>
            <a:graphicData uri="http://schemas.openxmlformats.org/drawingml/2006/chart">
              <c:chart xmlns:c="http://schemas.openxmlformats.org/drawingml/2006/chart" xmlns:r="http://schemas.openxmlformats.org/officeDocument/2006/relationships" r:id="rId18"/>
            </a:graphicData>
          </a:graphic>
        </p:graphicFrame>
      </p:grpSp>
      <p:graphicFrame>
        <p:nvGraphicFramePr>
          <p:cNvPr id="20" name="Chart 19">
            <a:extLst>
              <a:ext uri="{FF2B5EF4-FFF2-40B4-BE49-F238E27FC236}">
                <a16:creationId xmlns:a16="http://schemas.microsoft.com/office/drawing/2014/main" id="{49D08C9B-0015-0A97-3E83-C99644EC6386}"/>
              </a:ext>
            </a:extLst>
          </p:cNvPr>
          <p:cNvGraphicFramePr>
            <a:graphicFrameLocks/>
          </p:cNvGraphicFramePr>
          <p:nvPr>
            <p:extLst>
              <p:ext uri="{D42A27DB-BD31-4B8C-83A1-F6EECF244321}">
                <p14:modId xmlns:p14="http://schemas.microsoft.com/office/powerpoint/2010/main" val="3007790112"/>
              </p:ext>
            </p:extLst>
          </p:nvPr>
        </p:nvGraphicFramePr>
        <p:xfrm>
          <a:off x="36158434" y="15670753"/>
          <a:ext cx="6312278" cy="4095148"/>
        </p:xfrm>
        <a:graphic>
          <a:graphicData uri="http://schemas.openxmlformats.org/drawingml/2006/chart">
            <c:chart xmlns:c="http://schemas.openxmlformats.org/drawingml/2006/chart" xmlns:r="http://schemas.openxmlformats.org/officeDocument/2006/relationships" r:id="rId19"/>
          </a:graphicData>
        </a:graphic>
      </p:graphicFrame>
      <p:pic>
        <p:nvPicPr>
          <p:cNvPr id="22" name="Picture 21">
            <a:extLst>
              <a:ext uri="{FF2B5EF4-FFF2-40B4-BE49-F238E27FC236}">
                <a16:creationId xmlns:a16="http://schemas.microsoft.com/office/drawing/2014/main" id="{D8CB3986-87B5-D8B5-3621-93175D1C87A3}"/>
              </a:ext>
            </a:extLst>
          </p:cNvPr>
          <p:cNvPicPr>
            <a:picLocks noChangeAspect="1"/>
          </p:cNvPicPr>
          <p:nvPr/>
        </p:nvPicPr>
        <p:blipFill>
          <a:blip r:embed="rId20"/>
          <a:stretch>
            <a:fillRect/>
          </a:stretch>
        </p:blipFill>
        <p:spPr>
          <a:xfrm>
            <a:off x="36644430" y="19511110"/>
            <a:ext cx="5739782" cy="861884"/>
          </a:xfrm>
          <a:prstGeom prst="rect">
            <a:avLst/>
          </a:prstGeom>
        </p:spPr>
      </p:pic>
      <p:grpSp>
        <p:nvGrpSpPr>
          <p:cNvPr id="155" name="Group 154">
            <a:extLst>
              <a:ext uri="{FF2B5EF4-FFF2-40B4-BE49-F238E27FC236}">
                <a16:creationId xmlns:a16="http://schemas.microsoft.com/office/drawing/2014/main" id="{3CB9BB88-34BA-17D7-1D5A-707337BC117D}"/>
              </a:ext>
            </a:extLst>
          </p:cNvPr>
          <p:cNvGrpSpPr/>
          <p:nvPr/>
        </p:nvGrpSpPr>
        <p:grpSpPr>
          <a:xfrm>
            <a:off x="11584098" y="12277542"/>
            <a:ext cx="15316767" cy="5098589"/>
            <a:chOff x="11584098" y="12101084"/>
            <a:chExt cx="15316767" cy="5098589"/>
          </a:xfrm>
        </p:grpSpPr>
        <p:grpSp>
          <p:nvGrpSpPr>
            <p:cNvPr id="151" name="Group 150">
              <a:extLst>
                <a:ext uri="{FF2B5EF4-FFF2-40B4-BE49-F238E27FC236}">
                  <a16:creationId xmlns:a16="http://schemas.microsoft.com/office/drawing/2014/main" id="{1143568F-F546-FE30-CCCA-308666D5B349}"/>
                </a:ext>
              </a:extLst>
            </p:cNvPr>
            <p:cNvGrpSpPr/>
            <p:nvPr/>
          </p:nvGrpSpPr>
          <p:grpSpPr>
            <a:xfrm>
              <a:off x="11584098" y="13760295"/>
              <a:ext cx="15316767" cy="1565702"/>
              <a:chOff x="11584098" y="13760295"/>
              <a:chExt cx="15316767" cy="1565702"/>
            </a:xfrm>
          </p:grpSpPr>
          <p:pic>
            <p:nvPicPr>
              <p:cNvPr id="31" name="Picture 30" descr="A red arrow pointing to a white background&#10;&#10;AI-generated content may be incorrect.">
                <a:extLst>
                  <a:ext uri="{FF2B5EF4-FFF2-40B4-BE49-F238E27FC236}">
                    <a16:creationId xmlns:a16="http://schemas.microsoft.com/office/drawing/2014/main" id="{4C59D461-B9A8-730C-BCB2-134F40D743AD}"/>
                  </a:ext>
                </a:extLst>
              </p:cNvPr>
              <p:cNvPicPr>
                <a:picLocks noChangeAspect="1"/>
              </p:cNvPicPr>
              <p:nvPr/>
            </p:nvPicPr>
            <p:blipFill>
              <a:blip r:embed="rId21" cstate="email">
                <a:extLst>
                  <a:ext uri="{28A0092B-C50C-407E-A947-70E740481C1C}">
                    <a14:useLocalDpi xmlns:a14="http://schemas.microsoft.com/office/drawing/2010/main" val="0"/>
                  </a:ext>
                </a:extLst>
              </a:blip>
              <a:srcRect l="1181" r="66397" b="60831"/>
              <a:stretch>
                <a:fillRect/>
              </a:stretch>
            </p:blipFill>
            <p:spPr>
              <a:xfrm>
                <a:off x="20258500" y="13764083"/>
                <a:ext cx="2043175" cy="1463517"/>
              </a:xfrm>
              <a:prstGeom prst="rect">
                <a:avLst/>
              </a:prstGeom>
            </p:spPr>
          </p:pic>
          <p:sp>
            <p:nvSpPr>
              <p:cNvPr id="32" name="TextBox 31">
                <a:extLst>
                  <a:ext uri="{FF2B5EF4-FFF2-40B4-BE49-F238E27FC236}">
                    <a16:creationId xmlns:a16="http://schemas.microsoft.com/office/drawing/2014/main" id="{C9C45511-4CC1-5F3A-5DBC-2F5EF6F57ACE}"/>
                  </a:ext>
                </a:extLst>
              </p:cNvPr>
              <p:cNvSpPr txBox="1"/>
              <p:nvPr/>
            </p:nvSpPr>
            <p:spPr>
              <a:xfrm>
                <a:off x="20815231" y="14260204"/>
                <a:ext cx="605547" cy="338554"/>
              </a:xfrm>
              <a:prstGeom prst="rect">
                <a:avLst/>
              </a:prstGeom>
              <a:noFill/>
            </p:spPr>
            <p:txBody>
              <a:bodyPr wrap="square" rtlCol="0">
                <a:spAutoFit/>
              </a:bodyPr>
              <a:lstStyle/>
              <a:p>
                <a:r>
                  <a:rPr lang="en-US" sz="1600" b="1" dirty="0">
                    <a:latin typeface="Sans Serif Collection" panose="020B0502040504020204" pitchFamily="34" charset="0"/>
                    <a:ea typeface="Sans Serif Collection" panose="020B0502040504020204" pitchFamily="34" charset="0"/>
                    <a:cs typeface="Sans Serif Collection" panose="020B0502040504020204" pitchFamily="34" charset="0"/>
                  </a:rPr>
                  <a:t>12</a:t>
                </a:r>
              </a:p>
            </p:txBody>
          </p:sp>
          <p:pic>
            <p:nvPicPr>
              <p:cNvPr id="33" name="Picture 32" descr="A red arrow pointing to a white background&#10;&#10;AI-generated content may be incorrect.">
                <a:extLst>
                  <a:ext uri="{FF2B5EF4-FFF2-40B4-BE49-F238E27FC236}">
                    <a16:creationId xmlns:a16="http://schemas.microsoft.com/office/drawing/2014/main" id="{DF162E01-08F1-E68F-3BE9-0800A43911DE}"/>
                  </a:ext>
                </a:extLst>
              </p:cNvPr>
              <p:cNvPicPr>
                <a:picLocks noChangeAspect="1"/>
              </p:cNvPicPr>
              <p:nvPr/>
            </p:nvPicPr>
            <p:blipFill>
              <a:blip r:embed="rId22" cstate="email">
                <a:extLst>
                  <a:ext uri="{28A0092B-C50C-407E-A947-70E740481C1C}">
                    <a14:useLocalDpi xmlns:a14="http://schemas.microsoft.com/office/drawing/2010/main" val="0"/>
                  </a:ext>
                </a:extLst>
              </a:blip>
              <a:srcRect l="958" r="66467" b="60831"/>
              <a:stretch>
                <a:fillRect/>
              </a:stretch>
            </p:blipFill>
            <p:spPr>
              <a:xfrm>
                <a:off x="11584098" y="13760295"/>
                <a:ext cx="2052809" cy="1463514"/>
              </a:xfrm>
              <a:prstGeom prst="rect">
                <a:avLst/>
              </a:prstGeom>
            </p:spPr>
          </p:pic>
          <p:sp>
            <p:nvSpPr>
              <p:cNvPr id="34" name="TextBox 33">
                <a:extLst>
                  <a:ext uri="{FF2B5EF4-FFF2-40B4-BE49-F238E27FC236}">
                    <a16:creationId xmlns:a16="http://schemas.microsoft.com/office/drawing/2014/main" id="{99C81FB7-963B-4B03-CA8F-6E482CA0E913}"/>
                  </a:ext>
                </a:extLst>
              </p:cNvPr>
              <p:cNvSpPr txBox="1"/>
              <p:nvPr/>
            </p:nvSpPr>
            <p:spPr>
              <a:xfrm>
                <a:off x="12400790" y="14260204"/>
                <a:ext cx="306942" cy="338554"/>
              </a:xfrm>
              <a:prstGeom prst="rect">
                <a:avLst/>
              </a:prstGeom>
              <a:noFill/>
            </p:spPr>
            <p:txBody>
              <a:bodyPr wrap="square" rtlCol="0">
                <a:spAutoFit/>
              </a:bodyPr>
              <a:lstStyle/>
              <a:p>
                <a:r>
                  <a:rPr lang="en-US" sz="1600" b="1" dirty="0">
                    <a:latin typeface="Sans Serif Collection" panose="020B0502040504020204" pitchFamily="34" charset="0"/>
                    <a:ea typeface="Sans Serif Collection" panose="020B0502040504020204" pitchFamily="34" charset="0"/>
                    <a:cs typeface="Sans Serif Collection" panose="020B0502040504020204" pitchFamily="34" charset="0"/>
                  </a:rPr>
                  <a:t>8</a:t>
                </a:r>
              </a:p>
            </p:txBody>
          </p:sp>
          <p:sp>
            <p:nvSpPr>
              <p:cNvPr id="195" name="Google Shape;130;p1"/>
              <p:cNvSpPr txBox="1"/>
              <p:nvPr/>
            </p:nvSpPr>
            <p:spPr>
              <a:xfrm>
                <a:off x="21679726" y="14210250"/>
                <a:ext cx="363002" cy="34517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FF0000"/>
                  </a:buClr>
                  <a:buSzPts val="3200"/>
                  <a:buFont typeface="Arial"/>
                  <a:buNone/>
                </a:pPr>
                <a:endParaRPr sz="1400" b="0" i="0" u="none" strike="noStrike" cap="none">
                  <a:solidFill>
                    <a:srgbClr val="000000"/>
                  </a:solidFill>
                  <a:latin typeface="Sans Serif Collection" panose="020B0502040504020204" pitchFamily="34" charset="0"/>
                  <a:ea typeface="Sans Serif Collection" panose="020B0502040504020204" pitchFamily="34" charset="0"/>
                  <a:cs typeface="Sans Serif Collection" panose="020B0502040504020204" pitchFamily="34" charset="0"/>
                  <a:sym typeface="Arial"/>
                </a:endParaRPr>
              </a:p>
            </p:txBody>
          </p:sp>
          <p:pic>
            <p:nvPicPr>
              <p:cNvPr id="51" name="Picture 50" descr="A blue and red arrows&#10;&#10;AI-generated content may be incorrect.">
                <a:extLst>
                  <a:ext uri="{FF2B5EF4-FFF2-40B4-BE49-F238E27FC236}">
                    <a16:creationId xmlns:a16="http://schemas.microsoft.com/office/drawing/2014/main" id="{ED090FCC-93F7-130A-F2B7-6F1267579601}"/>
                  </a:ext>
                </a:extLst>
              </p:cNvPr>
              <p:cNvPicPr>
                <a:picLocks noChangeAspect="1"/>
              </p:cNvPicPr>
              <p:nvPr/>
            </p:nvPicPr>
            <p:blipFill>
              <a:blip r:embed="rId23" cstate="email">
                <a:extLst>
                  <a:ext uri="{28A0092B-C50C-407E-A947-70E740481C1C}">
                    <a14:useLocalDpi xmlns:a14="http://schemas.microsoft.com/office/drawing/2010/main" val="0"/>
                  </a:ext>
                </a:extLst>
              </a:blip>
              <a:srcRect l="1093" t="1105" r="66332" b="60864"/>
              <a:stretch>
                <a:fillRect/>
              </a:stretch>
            </p:blipFill>
            <p:spPr>
              <a:xfrm>
                <a:off x="15955637" y="13795856"/>
                <a:ext cx="2052810" cy="1420961"/>
              </a:xfrm>
              <a:prstGeom prst="rect">
                <a:avLst/>
              </a:prstGeom>
            </p:spPr>
          </p:pic>
          <p:sp>
            <p:nvSpPr>
              <p:cNvPr id="52" name="TextBox 51">
                <a:extLst>
                  <a:ext uri="{FF2B5EF4-FFF2-40B4-BE49-F238E27FC236}">
                    <a16:creationId xmlns:a16="http://schemas.microsoft.com/office/drawing/2014/main" id="{93339DD4-E74E-0C22-81CE-28DE7FB9AA85}"/>
                  </a:ext>
                </a:extLst>
              </p:cNvPr>
              <p:cNvSpPr txBox="1"/>
              <p:nvPr/>
            </p:nvSpPr>
            <p:spPr>
              <a:xfrm>
                <a:off x="16572237" y="14260204"/>
                <a:ext cx="454930" cy="338554"/>
              </a:xfrm>
              <a:prstGeom prst="rect">
                <a:avLst/>
              </a:prstGeom>
              <a:noFill/>
            </p:spPr>
            <p:txBody>
              <a:bodyPr wrap="square" rtlCol="0">
                <a:spAutoFit/>
              </a:bodyPr>
              <a:lstStyle/>
              <a:p>
                <a:r>
                  <a:rPr lang="en-US" sz="1600" b="1" dirty="0">
                    <a:latin typeface="Sans Serif Collection" panose="020B0502040504020204" pitchFamily="34" charset="0"/>
                    <a:ea typeface="Sans Serif Collection" panose="020B0502040504020204" pitchFamily="34" charset="0"/>
                    <a:cs typeface="Sans Serif Collection" panose="020B0502040504020204" pitchFamily="34" charset="0"/>
                  </a:rPr>
                  <a:t>10</a:t>
                </a:r>
              </a:p>
            </p:txBody>
          </p:sp>
          <p:pic>
            <p:nvPicPr>
              <p:cNvPr id="53" name="Picture 52" descr="A red and blue line with a blue arrow&#10;&#10;AI-generated content may be incorrect.">
                <a:extLst>
                  <a:ext uri="{FF2B5EF4-FFF2-40B4-BE49-F238E27FC236}">
                    <a16:creationId xmlns:a16="http://schemas.microsoft.com/office/drawing/2014/main" id="{4C9EBE7E-83DD-83BC-0A5B-835B16154A0A}"/>
                  </a:ext>
                </a:extLst>
              </p:cNvPr>
              <p:cNvPicPr>
                <a:picLocks noChangeAspect="1"/>
              </p:cNvPicPr>
              <p:nvPr/>
            </p:nvPicPr>
            <p:blipFill>
              <a:blip r:embed="rId24" cstate="email">
                <a:extLst>
                  <a:ext uri="{28A0092B-C50C-407E-A947-70E740481C1C}">
                    <a14:useLocalDpi xmlns:a14="http://schemas.microsoft.com/office/drawing/2010/main" val="0"/>
                  </a:ext>
                </a:extLst>
              </a:blip>
              <a:srcRect l="719" t="1578" r="64364" b="65648"/>
              <a:stretch>
                <a:fillRect/>
              </a:stretch>
            </p:blipFill>
            <p:spPr>
              <a:xfrm>
                <a:off x="24700502" y="13817805"/>
                <a:ext cx="2200363" cy="1224570"/>
              </a:xfrm>
              <a:prstGeom prst="rect">
                <a:avLst/>
              </a:prstGeom>
            </p:spPr>
          </p:pic>
          <p:sp>
            <p:nvSpPr>
              <p:cNvPr id="54" name="TextBox 53">
                <a:extLst>
                  <a:ext uri="{FF2B5EF4-FFF2-40B4-BE49-F238E27FC236}">
                    <a16:creationId xmlns:a16="http://schemas.microsoft.com/office/drawing/2014/main" id="{62DDAD55-2AB3-236E-5562-A15F002EA05F}"/>
                  </a:ext>
                </a:extLst>
              </p:cNvPr>
              <p:cNvSpPr txBox="1"/>
              <p:nvPr/>
            </p:nvSpPr>
            <p:spPr>
              <a:xfrm>
                <a:off x="25324505" y="14260204"/>
                <a:ext cx="532798" cy="338554"/>
              </a:xfrm>
              <a:prstGeom prst="rect">
                <a:avLst/>
              </a:prstGeom>
              <a:noFill/>
            </p:spPr>
            <p:txBody>
              <a:bodyPr wrap="square" rtlCol="0">
                <a:spAutoFit/>
              </a:bodyPr>
              <a:lstStyle/>
              <a:p>
                <a:r>
                  <a:rPr lang="en-US" sz="1600" b="1" dirty="0">
                    <a:latin typeface="Sans Serif Collection" panose="020B0502040504020204" pitchFamily="34" charset="0"/>
                    <a:ea typeface="Sans Serif Collection" panose="020B0502040504020204" pitchFamily="34" charset="0"/>
                    <a:cs typeface="Sans Serif Collection" panose="020B0502040504020204" pitchFamily="34" charset="0"/>
                  </a:rPr>
                  <a:t>14</a:t>
                </a:r>
              </a:p>
            </p:txBody>
          </p:sp>
          <p:pic>
            <p:nvPicPr>
              <p:cNvPr id="55" name="Picture 54" descr="A red and blue lines on a white background&#10;&#10;AI-generated content may be incorrect.">
                <a:extLst>
                  <a:ext uri="{FF2B5EF4-FFF2-40B4-BE49-F238E27FC236}">
                    <a16:creationId xmlns:a16="http://schemas.microsoft.com/office/drawing/2014/main" id="{D0637392-F50B-B13D-5C2F-17F0EFD2C95B}"/>
                  </a:ext>
                </a:extLst>
              </p:cNvPr>
              <p:cNvPicPr>
                <a:picLocks noChangeAspect="1"/>
              </p:cNvPicPr>
              <p:nvPr/>
            </p:nvPicPr>
            <p:blipFill>
              <a:blip r:embed="rId25" cstate="email">
                <a:extLst>
                  <a:ext uri="{28A0092B-C50C-407E-A947-70E740481C1C}">
                    <a14:useLocalDpi xmlns:a14="http://schemas.microsoft.com/office/drawing/2010/main" val="0"/>
                  </a:ext>
                </a:extLst>
              </a:blip>
              <a:srcRect l="913" t="1208" r="64170" b="66016"/>
              <a:stretch>
                <a:fillRect/>
              </a:stretch>
            </p:blipFill>
            <p:spPr>
              <a:xfrm>
                <a:off x="18050415" y="13797875"/>
                <a:ext cx="2200363" cy="1224640"/>
              </a:xfrm>
              <a:prstGeom prst="rect">
                <a:avLst/>
              </a:prstGeom>
            </p:spPr>
          </p:pic>
          <p:sp>
            <p:nvSpPr>
              <p:cNvPr id="56" name="TextBox 55">
                <a:extLst>
                  <a:ext uri="{FF2B5EF4-FFF2-40B4-BE49-F238E27FC236}">
                    <a16:creationId xmlns:a16="http://schemas.microsoft.com/office/drawing/2014/main" id="{E547F994-8610-811F-5E8E-45576FE5167C}"/>
                  </a:ext>
                </a:extLst>
              </p:cNvPr>
              <p:cNvSpPr txBox="1"/>
              <p:nvPr/>
            </p:nvSpPr>
            <p:spPr>
              <a:xfrm>
                <a:off x="18715965" y="14260204"/>
                <a:ext cx="564173" cy="338554"/>
              </a:xfrm>
              <a:prstGeom prst="rect">
                <a:avLst/>
              </a:prstGeom>
              <a:noFill/>
            </p:spPr>
            <p:txBody>
              <a:bodyPr wrap="square" rtlCol="0">
                <a:spAutoFit/>
              </a:bodyPr>
              <a:lstStyle/>
              <a:p>
                <a:r>
                  <a:rPr lang="en-US" sz="1600" b="1" dirty="0">
                    <a:latin typeface="Sans Serif Collection" panose="020B0502040504020204" pitchFamily="34" charset="0"/>
                    <a:ea typeface="Sans Serif Collection" panose="020B0502040504020204" pitchFamily="34" charset="0"/>
                    <a:cs typeface="Sans Serif Collection" panose="020B0502040504020204" pitchFamily="34" charset="0"/>
                  </a:rPr>
                  <a:t>11</a:t>
                </a:r>
              </a:p>
            </p:txBody>
          </p:sp>
          <p:pic>
            <p:nvPicPr>
              <p:cNvPr id="59" name="Picture 58">
                <a:extLst>
                  <a:ext uri="{FF2B5EF4-FFF2-40B4-BE49-F238E27FC236}">
                    <a16:creationId xmlns:a16="http://schemas.microsoft.com/office/drawing/2014/main" id="{1B98FF12-6B4F-E088-40D7-0DD581BB43CA}"/>
                  </a:ext>
                </a:extLst>
              </p:cNvPr>
              <p:cNvPicPr>
                <a:picLocks noChangeAspect="1"/>
              </p:cNvPicPr>
              <p:nvPr/>
            </p:nvPicPr>
            <p:blipFill>
              <a:blip r:embed="rId26" cstate="email">
                <a:extLst>
                  <a:ext uri="{28A0092B-C50C-407E-A947-70E740481C1C}">
                    <a14:useLocalDpi xmlns:a14="http://schemas.microsoft.com/office/drawing/2010/main" val="0"/>
                  </a:ext>
                </a:extLst>
              </a:blip>
              <a:srcRect l="1068" t="1693" r="64564" b="65598"/>
              <a:stretch>
                <a:fillRect/>
              </a:stretch>
            </p:blipFill>
            <p:spPr>
              <a:xfrm>
                <a:off x="22452838" y="13805971"/>
                <a:ext cx="2165776" cy="1222118"/>
              </a:xfrm>
              <a:prstGeom prst="rect">
                <a:avLst/>
              </a:prstGeom>
            </p:spPr>
          </p:pic>
          <p:sp>
            <p:nvSpPr>
              <p:cNvPr id="60" name="TextBox 59">
                <a:extLst>
                  <a:ext uri="{FF2B5EF4-FFF2-40B4-BE49-F238E27FC236}">
                    <a16:creationId xmlns:a16="http://schemas.microsoft.com/office/drawing/2014/main" id="{D6E75DCB-6CB0-2611-C8AD-5453AC931B13}"/>
                  </a:ext>
                </a:extLst>
              </p:cNvPr>
              <p:cNvSpPr txBox="1"/>
              <p:nvPr/>
            </p:nvSpPr>
            <p:spPr>
              <a:xfrm>
                <a:off x="23056401" y="14260204"/>
                <a:ext cx="561896" cy="338554"/>
              </a:xfrm>
              <a:prstGeom prst="rect">
                <a:avLst/>
              </a:prstGeom>
              <a:noFill/>
            </p:spPr>
            <p:txBody>
              <a:bodyPr wrap="square" rtlCol="0">
                <a:spAutoFit/>
              </a:bodyPr>
              <a:lstStyle/>
              <a:p>
                <a:r>
                  <a:rPr lang="en-US" sz="1600" b="1" dirty="0">
                    <a:latin typeface="Sans Serif Collection" panose="020B0502040504020204" pitchFamily="34" charset="0"/>
                    <a:ea typeface="Sans Serif Collection" panose="020B0502040504020204" pitchFamily="34" charset="0"/>
                    <a:cs typeface="Sans Serif Collection" panose="020B0502040504020204" pitchFamily="34" charset="0"/>
                  </a:rPr>
                  <a:t>13</a:t>
                </a:r>
              </a:p>
            </p:txBody>
          </p:sp>
          <p:pic>
            <p:nvPicPr>
              <p:cNvPr id="67" name="Picture 66" descr="A blue and red arrow pointing to a blue object&#10;&#10;AI-generated content may be incorrect.">
                <a:extLst>
                  <a:ext uri="{FF2B5EF4-FFF2-40B4-BE49-F238E27FC236}">
                    <a16:creationId xmlns:a16="http://schemas.microsoft.com/office/drawing/2014/main" id="{7172E728-9371-E6BD-EBC1-01210407A501}"/>
                  </a:ext>
                </a:extLst>
              </p:cNvPr>
              <p:cNvPicPr>
                <a:picLocks noChangeAspect="1"/>
              </p:cNvPicPr>
              <p:nvPr/>
            </p:nvPicPr>
            <p:blipFill>
              <a:blip r:embed="rId27" cstate="email">
                <a:extLst>
                  <a:ext uri="{28A0092B-C50C-407E-A947-70E740481C1C}">
                    <a14:useLocalDpi xmlns:a14="http://schemas.microsoft.com/office/drawing/2010/main" val="0"/>
                  </a:ext>
                </a:extLst>
              </a:blip>
              <a:srcRect l="1356" t="1490" r="64408" b="60159"/>
              <a:stretch>
                <a:fillRect/>
              </a:stretch>
            </p:blipFill>
            <p:spPr>
              <a:xfrm>
                <a:off x="13735058" y="13792604"/>
                <a:ext cx="2157489" cy="1432942"/>
              </a:xfrm>
              <a:prstGeom prst="rect">
                <a:avLst/>
              </a:prstGeom>
            </p:spPr>
          </p:pic>
          <p:sp>
            <p:nvSpPr>
              <p:cNvPr id="68" name="TextBox 67">
                <a:extLst>
                  <a:ext uri="{FF2B5EF4-FFF2-40B4-BE49-F238E27FC236}">
                    <a16:creationId xmlns:a16="http://schemas.microsoft.com/office/drawing/2014/main" id="{B5F35586-371D-1993-A350-0E62D22D6F7B}"/>
                  </a:ext>
                </a:extLst>
              </p:cNvPr>
              <p:cNvSpPr txBox="1"/>
              <p:nvPr/>
            </p:nvSpPr>
            <p:spPr>
              <a:xfrm>
                <a:off x="14390121" y="14260204"/>
                <a:ext cx="566881" cy="338554"/>
              </a:xfrm>
              <a:prstGeom prst="rect">
                <a:avLst/>
              </a:prstGeom>
              <a:noFill/>
            </p:spPr>
            <p:txBody>
              <a:bodyPr wrap="square" rtlCol="0">
                <a:spAutoFit/>
              </a:bodyPr>
              <a:lstStyle/>
              <a:p>
                <a:r>
                  <a:rPr lang="en-US" sz="1600" b="1" dirty="0">
                    <a:latin typeface="Sans Serif Collection" panose="020B0502040504020204" pitchFamily="34" charset="0"/>
                    <a:ea typeface="Sans Serif Collection" panose="020B0502040504020204" pitchFamily="34" charset="0"/>
                    <a:cs typeface="Sans Serif Collection" panose="020B0502040504020204" pitchFamily="34" charset="0"/>
                  </a:rPr>
                  <a:t>9</a:t>
                </a:r>
              </a:p>
            </p:txBody>
          </p:sp>
          <p:sp>
            <p:nvSpPr>
              <p:cNvPr id="87" name="TextBox 86">
                <a:extLst>
                  <a:ext uri="{FF2B5EF4-FFF2-40B4-BE49-F238E27FC236}">
                    <a16:creationId xmlns:a16="http://schemas.microsoft.com/office/drawing/2014/main" id="{34492AE3-D094-D544-9721-0F75FF367442}"/>
                  </a:ext>
                </a:extLst>
              </p:cNvPr>
              <p:cNvSpPr txBox="1"/>
              <p:nvPr/>
            </p:nvSpPr>
            <p:spPr>
              <a:xfrm>
                <a:off x="12208536" y="14864332"/>
                <a:ext cx="1393330" cy="461665"/>
              </a:xfrm>
              <a:prstGeom prst="rect">
                <a:avLst/>
              </a:prstGeom>
              <a:noFill/>
            </p:spPr>
            <p:txBody>
              <a:bodyPr wrap="none" rtlCol="0">
                <a:spAutoFit/>
              </a:bodyPr>
              <a:lstStyle/>
              <a:p>
                <a:r>
                  <a:rPr lang="en-US" sz="1200" dirty="0">
                    <a:latin typeface="Sans Serif Collection" panose="020B0502040504020204" pitchFamily="34" charset="-78"/>
                    <a:ea typeface="Sans Serif Collection" panose="020B0502040504020204" pitchFamily="34" charset="-78"/>
                    <a:cs typeface="Sans Serif Collection" panose="020B0502040504020204" pitchFamily="34" charset="-78"/>
                  </a:rPr>
                  <a:t>mutual out</a:t>
                </a:r>
              </a:p>
              <a:p>
                <a:r>
                  <a:rPr lang="en-US" sz="1200" dirty="0">
                    <a:latin typeface="Sans Serif Collection" panose="020B0502040504020204" pitchFamily="34" charset="-78"/>
                    <a:ea typeface="Sans Serif Collection" panose="020B0502040504020204" pitchFamily="34" charset="-78"/>
                    <a:cs typeface="Sans Serif Collection" panose="020B0502040504020204" pitchFamily="34" charset="-78"/>
                  </a:rPr>
                  <a:t>1 autoregulation</a:t>
                </a:r>
              </a:p>
            </p:txBody>
          </p:sp>
          <p:sp>
            <p:nvSpPr>
              <p:cNvPr id="89" name="TextBox 88">
                <a:extLst>
                  <a:ext uri="{FF2B5EF4-FFF2-40B4-BE49-F238E27FC236}">
                    <a16:creationId xmlns:a16="http://schemas.microsoft.com/office/drawing/2014/main" id="{F4B06311-FB4B-F905-527A-352B21AF279C}"/>
                  </a:ext>
                </a:extLst>
              </p:cNvPr>
              <p:cNvSpPr txBox="1"/>
              <p:nvPr/>
            </p:nvSpPr>
            <p:spPr>
              <a:xfrm>
                <a:off x="14222150" y="14864332"/>
                <a:ext cx="1393330" cy="461665"/>
              </a:xfrm>
              <a:prstGeom prst="rect">
                <a:avLst/>
              </a:prstGeom>
              <a:noFill/>
            </p:spPr>
            <p:txBody>
              <a:bodyPr wrap="none" rtlCol="0">
                <a:spAutoFit/>
              </a:bodyPr>
              <a:lstStyle/>
              <a:p>
                <a:r>
                  <a:rPr lang="en-US" sz="1200" dirty="0">
                    <a:latin typeface="Sans Serif Collection" panose="020B0502040504020204" pitchFamily="34" charset="-78"/>
                    <a:ea typeface="Sans Serif Collection" panose="020B0502040504020204" pitchFamily="34" charset="-78"/>
                    <a:cs typeface="Sans Serif Collection" panose="020B0502040504020204" pitchFamily="34" charset="-78"/>
                  </a:rPr>
                  <a:t>fan out</a:t>
                </a:r>
              </a:p>
              <a:p>
                <a:r>
                  <a:rPr lang="en-US" sz="1200" dirty="0">
                    <a:latin typeface="Sans Serif Collection" panose="020B0502040504020204" pitchFamily="34" charset="-78"/>
                    <a:ea typeface="Sans Serif Collection" panose="020B0502040504020204" pitchFamily="34" charset="-78"/>
                    <a:cs typeface="Sans Serif Collection" panose="020B0502040504020204" pitchFamily="34" charset="-78"/>
                  </a:rPr>
                  <a:t>2 autoregulation</a:t>
                </a:r>
              </a:p>
            </p:txBody>
          </p:sp>
          <p:sp>
            <p:nvSpPr>
              <p:cNvPr id="90" name="TextBox 89">
                <a:extLst>
                  <a:ext uri="{FF2B5EF4-FFF2-40B4-BE49-F238E27FC236}">
                    <a16:creationId xmlns:a16="http://schemas.microsoft.com/office/drawing/2014/main" id="{6B46159F-2639-4F44-3FB4-3B1FB9361E40}"/>
                  </a:ext>
                </a:extLst>
              </p:cNvPr>
              <p:cNvSpPr txBox="1"/>
              <p:nvPr/>
            </p:nvSpPr>
            <p:spPr>
              <a:xfrm>
                <a:off x="16516436" y="14864332"/>
                <a:ext cx="1441420" cy="461665"/>
              </a:xfrm>
              <a:prstGeom prst="rect">
                <a:avLst/>
              </a:prstGeom>
              <a:noFill/>
            </p:spPr>
            <p:txBody>
              <a:bodyPr wrap="none" rtlCol="0">
                <a:spAutoFit/>
              </a:bodyPr>
              <a:lstStyle/>
              <a:p>
                <a:r>
                  <a:rPr lang="en-US" sz="1200" dirty="0">
                    <a:latin typeface="Sans Serif Collection" panose="020B0502040504020204" pitchFamily="34" charset="-78"/>
                    <a:ea typeface="Sans Serif Collection" panose="020B0502040504020204" pitchFamily="34" charset="-78"/>
                    <a:cs typeface="Sans Serif Collection" panose="020B0502040504020204" pitchFamily="34" charset="-78"/>
                  </a:rPr>
                  <a:t>feedforward loop</a:t>
                </a:r>
              </a:p>
              <a:p>
                <a:r>
                  <a:rPr lang="en-US" sz="1200" dirty="0">
                    <a:latin typeface="Sans Serif Collection" panose="020B0502040504020204" pitchFamily="34" charset="-78"/>
                    <a:ea typeface="Sans Serif Collection" panose="020B0502040504020204" pitchFamily="34" charset="-78"/>
                    <a:cs typeface="Sans Serif Collection" panose="020B0502040504020204" pitchFamily="34" charset="-78"/>
                  </a:rPr>
                  <a:t>1 autoregulation</a:t>
                </a:r>
              </a:p>
            </p:txBody>
          </p:sp>
          <p:sp>
            <p:nvSpPr>
              <p:cNvPr id="91" name="TextBox 90">
                <a:extLst>
                  <a:ext uri="{FF2B5EF4-FFF2-40B4-BE49-F238E27FC236}">
                    <a16:creationId xmlns:a16="http://schemas.microsoft.com/office/drawing/2014/main" id="{BD562710-BDAC-284C-C956-811A31F30AE1}"/>
                  </a:ext>
                </a:extLst>
              </p:cNvPr>
              <p:cNvSpPr txBox="1"/>
              <p:nvPr/>
            </p:nvSpPr>
            <p:spPr>
              <a:xfrm>
                <a:off x="18640522" y="14864332"/>
                <a:ext cx="1393330" cy="461665"/>
              </a:xfrm>
              <a:prstGeom prst="rect">
                <a:avLst/>
              </a:prstGeom>
              <a:noFill/>
            </p:spPr>
            <p:txBody>
              <a:bodyPr wrap="none" rtlCol="0">
                <a:spAutoFit/>
              </a:bodyPr>
              <a:lstStyle/>
              <a:p>
                <a:r>
                  <a:rPr lang="en-US" sz="1200" dirty="0">
                    <a:latin typeface="Sans Serif Collection" panose="020B0502040504020204" pitchFamily="34" charset="-78"/>
                    <a:ea typeface="Sans Serif Collection" panose="020B0502040504020204" pitchFamily="34" charset="-78"/>
                    <a:cs typeface="Sans Serif Collection" panose="020B0502040504020204" pitchFamily="34" charset="-78"/>
                  </a:rPr>
                  <a:t>mutual out</a:t>
                </a:r>
              </a:p>
              <a:p>
                <a:r>
                  <a:rPr lang="en-US" sz="1200" dirty="0">
                    <a:latin typeface="Sans Serif Collection" panose="020B0502040504020204" pitchFamily="34" charset="-78"/>
                    <a:ea typeface="Sans Serif Collection" panose="020B0502040504020204" pitchFamily="34" charset="-78"/>
                    <a:cs typeface="Sans Serif Collection" panose="020B0502040504020204" pitchFamily="34" charset="-78"/>
                  </a:rPr>
                  <a:t>1 autoregulation</a:t>
                </a:r>
              </a:p>
            </p:txBody>
          </p:sp>
          <p:sp>
            <p:nvSpPr>
              <p:cNvPr id="92" name="TextBox 91">
                <a:extLst>
                  <a:ext uri="{FF2B5EF4-FFF2-40B4-BE49-F238E27FC236}">
                    <a16:creationId xmlns:a16="http://schemas.microsoft.com/office/drawing/2014/main" id="{CCCF62EF-0AF6-CC68-F407-BFFFF4C12605}"/>
                  </a:ext>
                </a:extLst>
              </p:cNvPr>
              <p:cNvSpPr txBox="1"/>
              <p:nvPr/>
            </p:nvSpPr>
            <p:spPr>
              <a:xfrm>
                <a:off x="20771726" y="14864332"/>
                <a:ext cx="1393330" cy="461665"/>
              </a:xfrm>
              <a:prstGeom prst="rect">
                <a:avLst/>
              </a:prstGeom>
              <a:noFill/>
            </p:spPr>
            <p:txBody>
              <a:bodyPr wrap="none" rtlCol="0">
                <a:spAutoFit/>
              </a:bodyPr>
              <a:lstStyle/>
              <a:p>
                <a:r>
                  <a:rPr lang="en-US" sz="1200" dirty="0">
                    <a:latin typeface="Sans Serif Collection" panose="020B0502040504020204" pitchFamily="34" charset="-78"/>
                    <a:ea typeface="Sans Serif Collection" panose="020B0502040504020204" pitchFamily="34" charset="-78"/>
                    <a:cs typeface="Sans Serif Collection" panose="020B0502040504020204" pitchFamily="34" charset="-78"/>
                  </a:rPr>
                  <a:t>mutual out</a:t>
                </a:r>
              </a:p>
              <a:p>
                <a:r>
                  <a:rPr lang="en-US" sz="1200" dirty="0">
                    <a:latin typeface="Sans Serif Collection" panose="020B0502040504020204" pitchFamily="34" charset="-78"/>
                    <a:ea typeface="Sans Serif Collection" panose="020B0502040504020204" pitchFamily="34" charset="-78"/>
                    <a:cs typeface="Sans Serif Collection" panose="020B0502040504020204" pitchFamily="34" charset="-78"/>
                  </a:rPr>
                  <a:t>1 autoregulation</a:t>
                </a:r>
              </a:p>
            </p:txBody>
          </p:sp>
          <p:sp>
            <p:nvSpPr>
              <p:cNvPr id="94" name="TextBox 93">
                <a:extLst>
                  <a:ext uri="{FF2B5EF4-FFF2-40B4-BE49-F238E27FC236}">
                    <a16:creationId xmlns:a16="http://schemas.microsoft.com/office/drawing/2014/main" id="{25D4FCF5-7637-3570-BA22-8CC09AE8B200}"/>
                  </a:ext>
                </a:extLst>
              </p:cNvPr>
              <p:cNvSpPr txBox="1"/>
              <p:nvPr/>
            </p:nvSpPr>
            <p:spPr>
              <a:xfrm>
                <a:off x="22851985" y="14864332"/>
                <a:ext cx="1393330" cy="461665"/>
              </a:xfrm>
              <a:prstGeom prst="rect">
                <a:avLst/>
              </a:prstGeom>
              <a:noFill/>
            </p:spPr>
            <p:txBody>
              <a:bodyPr wrap="none" rtlCol="0">
                <a:spAutoFit/>
              </a:bodyPr>
              <a:lstStyle/>
              <a:p>
                <a:r>
                  <a:rPr lang="en-US" sz="1200" dirty="0">
                    <a:latin typeface="Sans Serif Collection" panose="020B0502040504020204" pitchFamily="34" charset="-78"/>
                    <a:ea typeface="Sans Serif Collection" panose="020B0502040504020204" pitchFamily="34" charset="-78"/>
                    <a:cs typeface="Sans Serif Collection" panose="020B0502040504020204" pitchFamily="34" charset="-78"/>
                  </a:rPr>
                  <a:t>fan out</a:t>
                </a:r>
              </a:p>
              <a:p>
                <a:r>
                  <a:rPr lang="en-US" sz="1200" dirty="0">
                    <a:latin typeface="Sans Serif Collection" panose="020B0502040504020204" pitchFamily="34" charset="-78"/>
                    <a:ea typeface="Sans Serif Collection" panose="020B0502040504020204" pitchFamily="34" charset="-78"/>
                    <a:cs typeface="Sans Serif Collection" panose="020B0502040504020204" pitchFamily="34" charset="-78"/>
                  </a:rPr>
                  <a:t>2 autoregulation</a:t>
                </a:r>
              </a:p>
            </p:txBody>
          </p:sp>
          <p:sp>
            <p:nvSpPr>
              <p:cNvPr id="131" name="TextBox 130">
                <a:extLst>
                  <a:ext uri="{FF2B5EF4-FFF2-40B4-BE49-F238E27FC236}">
                    <a16:creationId xmlns:a16="http://schemas.microsoft.com/office/drawing/2014/main" id="{3C6D1249-34DE-A82D-6B89-5CD3E79334D4}"/>
                  </a:ext>
                </a:extLst>
              </p:cNvPr>
              <p:cNvSpPr txBox="1"/>
              <p:nvPr/>
            </p:nvSpPr>
            <p:spPr>
              <a:xfrm>
                <a:off x="25374143" y="14864332"/>
                <a:ext cx="1393330" cy="461665"/>
              </a:xfrm>
              <a:prstGeom prst="rect">
                <a:avLst/>
              </a:prstGeom>
              <a:noFill/>
            </p:spPr>
            <p:txBody>
              <a:bodyPr wrap="none" rtlCol="0">
                <a:spAutoFit/>
              </a:bodyPr>
              <a:lstStyle/>
              <a:p>
                <a:r>
                  <a:rPr lang="en-US" sz="1200" dirty="0">
                    <a:latin typeface="Sans Serif Collection" panose="020B0502040504020204" pitchFamily="34" charset="-78"/>
                    <a:ea typeface="Sans Serif Collection" panose="020B0502040504020204" pitchFamily="34" charset="-78"/>
                    <a:cs typeface="Sans Serif Collection" panose="020B0502040504020204" pitchFamily="34" charset="-78"/>
                  </a:rPr>
                  <a:t>cascade</a:t>
                </a:r>
              </a:p>
              <a:p>
                <a:r>
                  <a:rPr lang="en-US" sz="1200" dirty="0">
                    <a:latin typeface="Sans Serif Collection" panose="020B0502040504020204" pitchFamily="34" charset="-78"/>
                    <a:ea typeface="Sans Serif Collection" panose="020B0502040504020204" pitchFamily="34" charset="-78"/>
                    <a:cs typeface="Sans Serif Collection" panose="020B0502040504020204" pitchFamily="34" charset="-78"/>
                  </a:rPr>
                  <a:t>2 autoregulation</a:t>
                </a:r>
              </a:p>
            </p:txBody>
          </p:sp>
        </p:grpSp>
        <p:grpSp>
          <p:nvGrpSpPr>
            <p:cNvPr id="152" name="Group 151">
              <a:extLst>
                <a:ext uri="{FF2B5EF4-FFF2-40B4-BE49-F238E27FC236}">
                  <a16:creationId xmlns:a16="http://schemas.microsoft.com/office/drawing/2014/main" id="{5D35FA70-E817-6BFA-873A-FC928B4DA7F2}"/>
                </a:ext>
              </a:extLst>
            </p:cNvPr>
            <p:cNvGrpSpPr/>
            <p:nvPr/>
          </p:nvGrpSpPr>
          <p:grpSpPr>
            <a:xfrm>
              <a:off x="11605164" y="15536268"/>
              <a:ext cx="15227461" cy="1663405"/>
              <a:chOff x="11605164" y="15536268"/>
              <a:chExt cx="15227461" cy="1663405"/>
            </a:xfrm>
          </p:grpSpPr>
          <p:pic>
            <p:nvPicPr>
              <p:cNvPr id="25" name="Picture 24" descr="A screenshot of a computer&#10;&#10;AI-generated content may be incorrect.">
                <a:extLst>
                  <a:ext uri="{FF2B5EF4-FFF2-40B4-BE49-F238E27FC236}">
                    <a16:creationId xmlns:a16="http://schemas.microsoft.com/office/drawing/2014/main" id="{EF453587-2451-664C-AFD5-B869A901577B}"/>
                  </a:ext>
                </a:extLst>
              </p:cNvPr>
              <p:cNvPicPr>
                <a:picLocks noChangeAspect="1"/>
              </p:cNvPicPr>
              <p:nvPr/>
            </p:nvPicPr>
            <p:blipFill>
              <a:blip r:embed="rId28" cstate="email">
                <a:extLst>
                  <a:ext uri="{28A0092B-C50C-407E-A947-70E740481C1C}">
                    <a14:useLocalDpi xmlns:a14="http://schemas.microsoft.com/office/drawing/2010/main" val="0"/>
                  </a:ext>
                </a:extLst>
              </a:blip>
              <a:srcRect l="1261" t="1345" r="66333" b="66220"/>
              <a:stretch>
                <a:fillRect/>
              </a:stretch>
            </p:blipFill>
            <p:spPr>
              <a:xfrm>
                <a:off x="22489952" y="15642917"/>
                <a:ext cx="2042174" cy="1211915"/>
              </a:xfrm>
              <a:prstGeom prst="rect">
                <a:avLst/>
              </a:prstGeom>
            </p:spPr>
          </p:pic>
          <p:pic>
            <p:nvPicPr>
              <p:cNvPr id="26" name="Picture 25">
                <a:extLst>
                  <a:ext uri="{FF2B5EF4-FFF2-40B4-BE49-F238E27FC236}">
                    <a16:creationId xmlns:a16="http://schemas.microsoft.com/office/drawing/2014/main" id="{08066513-1BAE-43F9-E289-CF0678D2D619}"/>
                  </a:ext>
                </a:extLst>
              </p:cNvPr>
              <p:cNvPicPr>
                <a:picLocks noChangeAspect="1"/>
              </p:cNvPicPr>
              <p:nvPr/>
            </p:nvPicPr>
            <p:blipFill>
              <a:blip r:embed="rId29" cstate="email">
                <a:extLst>
                  <a:ext uri="{28A0092B-C50C-407E-A947-70E740481C1C}">
                    <a14:useLocalDpi xmlns:a14="http://schemas.microsoft.com/office/drawing/2010/main" val="0"/>
                  </a:ext>
                </a:extLst>
              </a:blip>
              <a:srcRect l="1360" t="1509" r="66746" b="61896"/>
              <a:stretch>
                <a:fillRect/>
              </a:stretch>
            </p:blipFill>
            <p:spPr>
              <a:xfrm>
                <a:off x="11605164" y="15548936"/>
                <a:ext cx="2009820" cy="1367298"/>
              </a:xfrm>
              <a:prstGeom prst="rect">
                <a:avLst/>
              </a:prstGeom>
            </p:spPr>
          </p:pic>
          <p:sp>
            <p:nvSpPr>
              <p:cNvPr id="27" name="TextBox 26">
                <a:extLst>
                  <a:ext uri="{FF2B5EF4-FFF2-40B4-BE49-F238E27FC236}">
                    <a16:creationId xmlns:a16="http://schemas.microsoft.com/office/drawing/2014/main" id="{95D62F1C-3E85-F133-B660-DBEF13C61C09}"/>
                  </a:ext>
                </a:extLst>
              </p:cNvPr>
              <p:cNvSpPr txBox="1"/>
              <p:nvPr/>
            </p:nvSpPr>
            <p:spPr>
              <a:xfrm>
                <a:off x="23056401" y="15983093"/>
                <a:ext cx="507394" cy="338554"/>
              </a:xfrm>
              <a:prstGeom prst="rect">
                <a:avLst/>
              </a:prstGeom>
              <a:noFill/>
            </p:spPr>
            <p:txBody>
              <a:bodyPr wrap="square" rtlCol="0">
                <a:spAutoFit/>
              </a:bodyPr>
              <a:lstStyle/>
              <a:p>
                <a:r>
                  <a:rPr lang="en-US" sz="1600" b="1" dirty="0">
                    <a:latin typeface="Sans Serif Collection" panose="020B0502040504020204" pitchFamily="34" charset="0"/>
                    <a:ea typeface="Sans Serif Collection" panose="020B0502040504020204" pitchFamily="34" charset="0"/>
                    <a:cs typeface="Sans Serif Collection" panose="020B0502040504020204" pitchFamily="34" charset="0"/>
                  </a:rPr>
                  <a:t>20</a:t>
                </a:r>
              </a:p>
            </p:txBody>
          </p:sp>
          <p:sp>
            <p:nvSpPr>
              <p:cNvPr id="28" name="TextBox 27">
                <a:extLst>
                  <a:ext uri="{FF2B5EF4-FFF2-40B4-BE49-F238E27FC236}">
                    <a16:creationId xmlns:a16="http://schemas.microsoft.com/office/drawing/2014/main" id="{7AE1694C-E29E-E0EA-38E0-63F08CDD6128}"/>
                  </a:ext>
                </a:extLst>
              </p:cNvPr>
              <p:cNvSpPr txBox="1"/>
              <p:nvPr/>
            </p:nvSpPr>
            <p:spPr>
              <a:xfrm>
                <a:off x="12400790" y="15983093"/>
                <a:ext cx="430061" cy="338554"/>
              </a:xfrm>
              <a:prstGeom prst="rect">
                <a:avLst/>
              </a:prstGeom>
              <a:noFill/>
            </p:spPr>
            <p:txBody>
              <a:bodyPr wrap="square" rtlCol="0">
                <a:spAutoFit/>
              </a:bodyPr>
              <a:lstStyle/>
              <a:p>
                <a:r>
                  <a:rPr lang="en-US" sz="1600" b="1" dirty="0">
                    <a:latin typeface="Sans Serif Collection" panose="020B0502040504020204" pitchFamily="34" charset="0"/>
                    <a:ea typeface="Sans Serif Collection" panose="020B0502040504020204" pitchFamily="34" charset="0"/>
                    <a:cs typeface="Sans Serif Collection" panose="020B0502040504020204" pitchFamily="34" charset="0"/>
                  </a:rPr>
                  <a:t>15</a:t>
                </a:r>
              </a:p>
            </p:txBody>
          </p:sp>
          <p:pic>
            <p:nvPicPr>
              <p:cNvPr id="37" name="Picture 36">
                <a:extLst>
                  <a:ext uri="{FF2B5EF4-FFF2-40B4-BE49-F238E27FC236}">
                    <a16:creationId xmlns:a16="http://schemas.microsoft.com/office/drawing/2014/main" id="{E4756879-C178-2F1A-9D64-CA79401EC74C}"/>
                  </a:ext>
                </a:extLst>
              </p:cNvPr>
              <p:cNvPicPr>
                <a:picLocks noChangeAspect="1"/>
              </p:cNvPicPr>
              <p:nvPr/>
            </p:nvPicPr>
            <p:blipFill>
              <a:blip r:embed="rId30" cstate="email">
                <a:extLst>
                  <a:ext uri="{28A0092B-C50C-407E-A947-70E740481C1C}">
                    <a14:useLocalDpi xmlns:a14="http://schemas.microsoft.com/office/drawing/2010/main" val="0"/>
                  </a:ext>
                </a:extLst>
              </a:blip>
              <a:srcRect l="1009" r="66459" b="60831"/>
              <a:stretch>
                <a:fillRect/>
              </a:stretch>
            </p:blipFill>
            <p:spPr>
              <a:xfrm>
                <a:off x="18047434" y="15536268"/>
                <a:ext cx="2050142" cy="1463518"/>
              </a:xfrm>
              <a:prstGeom prst="rect">
                <a:avLst/>
              </a:prstGeom>
            </p:spPr>
          </p:pic>
          <p:sp>
            <p:nvSpPr>
              <p:cNvPr id="39" name="TextBox 38">
                <a:extLst>
                  <a:ext uri="{FF2B5EF4-FFF2-40B4-BE49-F238E27FC236}">
                    <a16:creationId xmlns:a16="http://schemas.microsoft.com/office/drawing/2014/main" id="{032AC723-98C8-5916-ADBF-762225171CCA}"/>
                  </a:ext>
                </a:extLst>
              </p:cNvPr>
              <p:cNvSpPr txBox="1"/>
              <p:nvPr/>
            </p:nvSpPr>
            <p:spPr>
              <a:xfrm>
                <a:off x="18715964" y="15983093"/>
                <a:ext cx="564173" cy="338554"/>
              </a:xfrm>
              <a:prstGeom prst="rect">
                <a:avLst/>
              </a:prstGeom>
              <a:noFill/>
            </p:spPr>
            <p:txBody>
              <a:bodyPr wrap="square" rtlCol="0">
                <a:spAutoFit/>
              </a:bodyPr>
              <a:lstStyle/>
              <a:p>
                <a:r>
                  <a:rPr lang="en-US" sz="1600" b="1" dirty="0">
                    <a:latin typeface="Sans Serif Collection" panose="020B0502040504020204" pitchFamily="34" charset="0"/>
                    <a:ea typeface="Sans Serif Collection" panose="020B0502040504020204" pitchFamily="34" charset="0"/>
                    <a:cs typeface="Sans Serif Collection" panose="020B0502040504020204" pitchFamily="34" charset="0"/>
                  </a:rPr>
                  <a:t>18</a:t>
                </a:r>
              </a:p>
            </p:txBody>
          </p:sp>
          <p:pic>
            <p:nvPicPr>
              <p:cNvPr id="49" name="Picture 48">
                <a:extLst>
                  <a:ext uri="{FF2B5EF4-FFF2-40B4-BE49-F238E27FC236}">
                    <a16:creationId xmlns:a16="http://schemas.microsoft.com/office/drawing/2014/main" id="{2E415A8C-3DA5-392B-E025-7F4C96CAA0B3}"/>
                  </a:ext>
                </a:extLst>
              </p:cNvPr>
              <p:cNvPicPr>
                <a:picLocks noChangeAspect="1"/>
              </p:cNvPicPr>
              <p:nvPr/>
            </p:nvPicPr>
            <p:blipFill>
              <a:blip r:embed="rId31" cstate="email">
                <a:extLst>
                  <a:ext uri="{28A0092B-C50C-407E-A947-70E740481C1C}">
                    <a14:useLocalDpi xmlns:a14="http://schemas.microsoft.com/office/drawing/2010/main" val="0"/>
                  </a:ext>
                </a:extLst>
              </a:blip>
              <a:srcRect l="892" t="1579" r="66533" b="65761"/>
              <a:stretch>
                <a:fillRect/>
              </a:stretch>
            </p:blipFill>
            <p:spPr>
              <a:xfrm>
                <a:off x="15931047" y="15575836"/>
                <a:ext cx="2052810" cy="1220278"/>
              </a:xfrm>
              <a:prstGeom prst="rect">
                <a:avLst/>
              </a:prstGeom>
            </p:spPr>
          </p:pic>
          <p:sp>
            <p:nvSpPr>
              <p:cNvPr id="50" name="TextBox 49">
                <a:extLst>
                  <a:ext uri="{FF2B5EF4-FFF2-40B4-BE49-F238E27FC236}">
                    <a16:creationId xmlns:a16="http://schemas.microsoft.com/office/drawing/2014/main" id="{08CE70D9-22CF-61D7-78C1-A81DC0986433}"/>
                  </a:ext>
                </a:extLst>
              </p:cNvPr>
              <p:cNvSpPr txBox="1"/>
              <p:nvPr/>
            </p:nvSpPr>
            <p:spPr>
              <a:xfrm>
                <a:off x="16572237" y="15983093"/>
                <a:ext cx="527405" cy="338554"/>
              </a:xfrm>
              <a:prstGeom prst="rect">
                <a:avLst/>
              </a:prstGeom>
              <a:noFill/>
            </p:spPr>
            <p:txBody>
              <a:bodyPr wrap="square" rtlCol="0">
                <a:spAutoFit/>
              </a:bodyPr>
              <a:lstStyle/>
              <a:p>
                <a:r>
                  <a:rPr lang="en-US" sz="1600" b="1" dirty="0">
                    <a:latin typeface="Sans Serif Collection" panose="020B0502040504020204" pitchFamily="34" charset="0"/>
                    <a:ea typeface="Sans Serif Collection" panose="020B0502040504020204" pitchFamily="34" charset="0"/>
                    <a:cs typeface="Sans Serif Collection" panose="020B0502040504020204" pitchFamily="34" charset="0"/>
                  </a:rPr>
                  <a:t>17</a:t>
                </a:r>
              </a:p>
            </p:txBody>
          </p:sp>
          <p:pic>
            <p:nvPicPr>
              <p:cNvPr id="61" name="Picture 60" descr="A red and blue arrows pointing to a blue arrow&#10;&#10;AI-generated content may be incorrect.">
                <a:extLst>
                  <a:ext uri="{FF2B5EF4-FFF2-40B4-BE49-F238E27FC236}">
                    <a16:creationId xmlns:a16="http://schemas.microsoft.com/office/drawing/2014/main" id="{F11E9BDB-9D32-1A7C-6259-B33DC9E74991}"/>
                  </a:ext>
                </a:extLst>
              </p:cNvPr>
              <p:cNvPicPr>
                <a:picLocks noChangeAspect="1"/>
              </p:cNvPicPr>
              <p:nvPr/>
            </p:nvPicPr>
            <p:blipFill>
              <a:blip r:embed="rId32" cstate="email">
                <a:extLst>
                  <a:ext uri="{28A0092B-C50C-407E-A947-70E740481C1C}">
                    <a14:useLocalDpi xmlns:a14="http://schemas.microsoft.com/office/drawing/2010/main" val="0"/>
                  </a:ext>
                </a:extLst>
              </a:blip>
              <a:srcRect l="1153" t="1601" r="64400" b="61775"/>
              <a:stretch>
                <a:fillRect/>
              </a:stretch>
            </p:blipFill>
            <p:spPr>
              <a:xfrm>
                <a:off x="13639963" y="15561466"/>
                <a:ext cx="2170790" cy="1368416"/>
              </a:xfrm>
              <a:prstGeom prst="rect">
                <a:avLst/>
              </a:prstGeom>
            </p:spPr>
          </p:pic>
          <p:sp>
            <p:nvSpPr>
              <p:cNvPr id="62" name="TextBox 61">
                <a:extLst>
                  <a:ext uri="{FF2B5EF4-FFF2-40B4-BE49-F238E27FC236}">
                    <a16:creationId xmlns:a16="http://schemas.microsoft.com/office/drawing/2014/main" id="{8F91DBE6-148C-A504-7682-4315251D2C8D}"/>
                  </a:ext>
                </a:extLst>
              </p:cNvPr>
              <p:cNvSpPr txBox="1"/>
              <p:nvPr/>
            </p:nvSpPr>
            <p:spPr>
              <a:xfrm>
                <a:off x="14390121" y="15983093"/>
                <a:ext cx="550776" cy="338554"/>
              </a:xfrm>
              <a:prstGeom prst="rect">
                <a:avLst/>
              </a:prstGeom>
              <a:noFill/>
            </p:spPr>
            <p:txBody>
              <a:bodyPr wrap="square" rtlCol="0">
                <a:spAutoFit/>
              </a:bodyPr>
              <a:lstStyle/>
              <a:p>
                <a:r>
                  <a:rPr lang="en-US" sz="1600" b="1" dirty="0">
                    <a:latin typeface="Sans Serif Collection" panose="020B0502040504020204" pitchFamily="34" charset="0"/>
                    <a:ea typeface="Sans Serif Collection" panose="020B0502040504020204" pitchFamily="34" charset="0"/>
                    <a:cs typeface="Sans Serif Collection" panose="020B0502040504020204" pitchFamily="34" charset="0"/>
                  </a:rPr>
                  <a:t>16</a:t>
                </a:r>
              </a:p>
            </p:txBody>
          </p:sp>
          <p:pic>
            <p:nvPicPr>
              <p:cNvPr id="71" name="Picture 70" descr="A red and blue arrows pointing to a point&#10;&#10;AI-generated content may be incorrect.">
                <a:extLst>
                  <a:ext uri="{FF2B5EF4-FFF2-40B4-BE49-F238E27FC236}">
                    <a16:creationId xmlns:a16="http://schemas.microsoft.com/office/drawing/2014/main" id="{01CB0B06-DE6F-7338-3A2F-BAEEF0B73101}"/>
                  </a:ext>
                </a:extLst>
              </p:cNvPr>
              <p:cNvPicPr>
                <a:picLocks noChangeAspect="1"/>
              </p:cNvPicPr>
              <p:nvPr/>
            </p:nvPicPr>
            <p:blipFill>
              <a:blip r:embed="rId33" cstate="email">
                <a:alphaModFix/>
                <a:extLst>
                  <a:ext uri="{28A0092B-C50C-407E-A947-70E740481C1C}">
                    <a14:useLocalDpi xmlns:a14="http://schemas.microsoft.com/office/drawing/2010/main" val="0"/>
                  </a:ext>
                </a:extLst>
              </a:blip>
              <a:srcRect l="972" t="1519" r="64803" b="66696"/>
              <a:stretch>
                <a:fillRect/>
              </a:stretch>
            </p:blipFill>
            <p:spPr>
              <a:xfrm>
                <a:off x="24675827" y="15657724"/>
                <a:ext cx="2156798" cy="1187630"/>
              </a:xfrm>
              <a:prstGeom prst="rect">
                <a:avLst/>
              </a:prstGeom>
            </p:spPr>
          </p:pic>
          <p:sp>
            <p:nvSpPr>
              <p:cNvPr id="72" name="TextBox 71">
                <a:extLst>
                  <a:ext uri="{FF2B5EF4-FFF2-40B4-BE49-F238E27FC236}">
                    <a16:creationId xmlns:a16="http://schemas.microsoft.com/office/drawing/2014/main" id="{B9FA3F6B-A24A-CC4C-9222-2C1706224370}"/>
                  </a:ext>
                </a:extLst>
              </p:cNvPr>
              <p:cNvSpPr txBox="1"/>
              <p:nvPr/>
            </p:nvSpPr>
            <p:spPr>
              <a:xfrm>
                <a:off x="25324505" y="15983093"/>
                <a:ext cx="563885" cy="338554"/>
              </a:xfrm>
              <a:prstGeom prst="rect">
                <a:avLst/>
              </a:prstGeom>
              <a:noFill/>
            </p:spPr>
            <p:txBody>
              <a:bodyPr wrap="square" rtlCol="0">
                <a:spAutoFit/>
              </a:bodyPr>
              <a:lstStyle/>
              <a:p>
                <a:r>
                  <a:rPr lang="en-US" sz="1600" b="1" dirty="0">
                    <a:latin typeface="Sans Serif Collection" panose="020B0502040504020204" pitchFamily="34" charset="0"/>
                    <a:ea typeface="Sans Serif Collection" panose="020B0502040504020204" pitchFamily="34" charset="0"/>
                    <a:cs typeface="Sans Serif Collection" panose="020B0502040504020204" pitchFamily="34" charset="0"/>
                  </a:rPr>
                  <a:t>21</a:t>
                </a:r>
              </a:p>
            </p:txBody>
          </p:sp>
          <p:pic>
            <p:nvPicPr>
              <p:cNvPr id="24" name="Picture 23" descr="A blue and red arrow pointing to a red line&#10;&#10;AI-generated content may be incorrect.">
                <a:extLst>
                  <a:ext uri="{FF2B5EF4-FFF2-40B4-BE49-F238E27FC236}">
                    <a16:creationId xmlns:a16="http://schemas.microsoft.com/office/drawing/2014/main" id="{C99D908D-6985-168B-276D-D78659B28A90}"/>
                  </a:ext>
                </a:extLst>
              </p:cNvPr>
              <p:cNvPicPr>
                <a:picLocks noChangeAspect="1"/>
              </p:cNvPicPr>
              <p:nvPr/>
            </p:nvPicPr>
            <p:blipFill>
              <a:blip r:embed="rId34" cstate="email">
                <a:alphaModFix/>
                <a:extLst>
                  <a:ext uri="{28A0092B-C50C-407E-A947-70E740481C1C}">
                    <a14:useLocalDpi xmlns:a14="http://schemas.microsoft.com/office/drawing/2010/main" val="0"/>
                  </a:ext>
                </a:extLst>
              </a:blip>
              <a:srcRect r="64804" b="57656"/>
              <a:stretch/>
            </p:blipFill>
            <p:spPr>
              <a:xfrm>
                <a:off x="20135541" y="15562370"/>
                <a:ext cx="2295330" cy="1637303"/>
              </a:xfrm>
              <a:prstGeom prst="rect">
                <a:avLst/>
              </a:prstGeom>
            </p:spPr>
          </p:pic>
          <p:sp>
            <p:nvSpPr>
              <p:cNvPr id="77" name="TextBox 76">
                <a:extLst>
                  <a:ext uri="{FF2B5EF4-FFF2-40B4-BE49-F238E27FC236}">
                    <a16:creationId xmlns:a16="http://schemas.microsoft.com/office/drawing/2014/main" id="{337C9F8D-430D-3F1C-878D-0DF695A73CA1}"/>
                  </a:ext>
                </a:extLst>
              </p:cNvPr>
              <p:cNvSpPr txBox="1"/>
              <p:nvPr/>
            </p:nvSpPr>
            <p:spPr>
              <a:xfrm>
                <a:off x="20815232" y="15983093"/>
                <a:ext cx="412292" cy="338554"/>
              </a:xfrm>
              <a:prstGeom prst="rect">
                <a:avLst/>
              </a:prstGeom>
              <a:noFill/>
            </p:spPr>
            <p:txBody>
              <a:bodyPr wrap="none" rtlCol="0">
                <a:spAutoFit/>
              </a:bodyPr>
              <a:lstStyle/>
              <a:p>
                <a:r>
                  <a:rPr lang="en-US" sz="1600" b="1" dirty="0"/>
                  <a:t>19</a:t>
                </a:r>
              </a:p>
            </p:txBody>
          </p:sp>
          <p:sp>
            <p:nvSpPr>
              <p:cNvPr id="137" name="TextBox 136">
                <a:extLst>
                  <a:ext uri="{FF2B5EF4-FFF2-40B4-BE49-F238E27FC236}">
                    <a16:creationId xmlns:a16="http://schemas.microsoft.com/office/drawing/2014/main" id="{2C80F221-AD09-BA71-1131-6B39FF061BDC}"/>
                  </a:ext>
                </a:extLst>
              </p:cNvPr>
              <p:cNvSpPr txBox="1"/>
              <p:nvPr/>
            </p:nvSpPr>
            <p:spPr>
              <a:xfrm>
                <a:off x="12208536" y="16707073"/>
                <a:ext cx="1393330" cy="461665"/>
              </a:xfrm>
              <a:prstGeom prst="rect">
                <a:avLst/>
              </a:prstGeom>
              <a:noFill/>
            </p:spPr>
            <p:txBody>
              <a:bodyPr wrap="none" rtlCol="0">
                <a:spAutoFit/>
              </a:bodyPr>
              <a:lstStyle/>
              <a:p>
                <a:r>
                  <a:rPr lang="en-US" sz="1200" dirty="0">
                    <a:latin typeface="Sans Serif Collection" panose="020B0502040504020204" pitchFamily="34" charset="-78"/>
                    <a:ea typeface="Sans Serif Collection" panose="020B0502040504020204" pitchFamily="34" charset="-78"/>
                    <a:cs typeface="Sans Serif Collection" panose="020B0502040504020204" pitchFamily="34" charset="-78"/>
                  </a:rPr>
                  <a:t>mutual in</a:t>
                </a:r>
              </a:p>
              <a:p>
                <a:r>
                  <a:rPr lang="en-US" sz="1200" dirty="0">
                    <a:latin typeface="Sans Serif Collection" panose="020B0502040504020204" pitchFamily="34" charset="-78"/>
                    <a:ea typeface="Sans Serif Collection" panose="020B0502040504020204" pitchFamily="34" charset="-78"/>
                    <a:cs typeface="Sans Serif Collection" panose="020B0502040504020204" pitchFamily="34" charset="-78"/>
                  </a:rPr>
                  <a:t>1 autoregulation</a:t>
                </a:r>
              </a:p>
            </p:txBody>
          </p:sp>
          <p:sp>
            <p:nvSpPr>
              <p:cNvPr id="138" name="TextBox 137">
                <a:extLst>
                  <a:ext uri="{FF2B5EF4-FFF2-40B4-BE49-F238E27FC236}">
                    <a16:creationId xmlns:a16="http://schemas.microsoft.com/office/drawing/2014/main" id="{458A150C-DB12-0D9F-EC88-899309F7EEEA}"/>
                  </a:ext>
                </a:extLst>
              </p:cNvPr>
              <p:cNvSpPr txBox="1"/>
              <p:nvPr/>
            </p:nvSpPr>
            <p:spPr>
              <a:xfrm>
                <a:off x="14222150" y="16707073"/>
                <a:ext cx="1393330" cy="461665"/>
              </a:xfrm>
              <a:prstGeom prst="rect">
                <a:avLst/>
              </a:prstGeom>
              <a:noFill/>
            </p:spPr>
            <p:txBody>
              <a:bodyPr wrap="none" rtlCol="0">
                <a:spAutoFit/>
              </a:bodyPr>
              <a:lstStyle/>
              <a:p>
                <a:r>
                  <a:rPr lang="en-US" sz="1200" dirty="0">
                    <a:latin typeface="Sans Serif Collection" panose="020B0502040504020204" pitchFamily="34" charset="-78"/>
                    <a:ea typeface="Sans Serif Collection" panose="020B0502040504020204" pitchFamily="34" charset="-78"/>
                    <a:cs typeface="Sans Serif Collection" panose="020B0502040504020204" pitchFamily="34" charset="-78"/>
                  </a:rPr>
                  <a:t>fan in</a:t>
                </a:r>
              </a:p>
              <a:p>
                <a:r>
                  <a:rPr lang="en-US" sz="1200" dirty="0">
                    <a:latin typeface="Sans Serif Collection" panose="020B0502040504020204" pitchFamily="34" charset="-78"/>
                    <a:ea typeface="Sans Serif Collection" panose="020B0502040504020204" pitchFamily="34" charset="-78"/>
                    <a:cs typeface="Sans Serif Collection" panose="020B0502040504020204" pitchFamily="34" charset="-78"/>
                  </a:rPr>
                  <a:t>2 autoregulation</a:t>
                </a:r>
              </a:p>
            </p:txBody>
          </p:sp>
          <p:sp>
            <p:nvSpPr>
              <p:cNvPr id="140" name="TextBox 139">
                <a:extLst>
                  <a:ext uri="{FF2B5EF4-FFF2-40B4-BE49-F238E27FC236}">
                    <a16:creationId xmlns:a16="http://schemas.microsoft.com/office/drawing/2014/main" id="{DCD11E2F-C86D-333A-D2D3-BAD5EF9A2B2D}"/>
                  </a:ext>
                </a:extLst>
              </p:cNvPr>
              <p:cNvSpPr txBox="1"/>
              <p:nvPr/>
            </p:nvSpPr>
            <p:spPr>
              <a:xfrm>
                <a:off x="16516436" y="16707073"/>
                <a:ext cx="1441420" cy="461665"/>
              </a:xfrm>
              <a:prstGeom prst="rect">
                <a:avLst/>
              </a:prstGeom>
              <a:noFill/>
            </p:spPr>
            <p:txBody>
              <a:bodyPr wrap="none" rtlCol="0">
                <a:spAutoFit/>
              </a:bodyPr>
              <a:lstStyle/>
              <a:p>
                <a:r>
                  <a:rPr lang="en-US" sz="1200" dirty="0">
                    <a:latin typeface="Sans Serif Collection" panose="020B0502040504020204" pitchFamily="34" charset="-78"/>
                    <a:ea typeface="Sans Serif Collection" panose="020B0502040504020204" pitchFamily="34" charset="-78"/>
                    <a:cs typeface="Sans Serif Collection" panose="020B0502040504020204" pitchFamily="34" charset="-78"/>
                  </a:rPr>
                  <a:t>feedforward loop</a:t>
                </a:r>
              </a:p>
              <a:p>
                <a:r>
                  <a:rPr lang="en-US" sz="1200" dirty="0">
                    <a:latin typeface="Sans Serif Collection" panose="020B0502040504020204" pitchFamily="34" charset="-78"/>
                    <a:ea typeface="Sans Serif Collection" panose="020B0502040504020204" pitchFamily="34" charset="-78"/>
                    <a:cs typeface="Sans Serif Collection" panose="020B0502040504020204" pitchFamily="34" charset="-78"/>
                  </a:rPr>
                  <a:t>1 autoregulation</a:t>
                </a:r>
              </a:p>
            </p:txBody>
          </p:sp>
          <p:sp>
            <p:nvSpPr>
              <p:cNvPr id="142" name="TextBox 141">
                <a:extLst>
                  <a:ext uri="{FF2B5EF4-FFF2-40B4-BE49-F238E27FC236}">
                    <a16:creationId xmlns:a16="http://schemas.microsoft.com/office/drawing/2014/main" id="{0BB2AB0B-E6EB-D6A4-A357-A16E17B1B03E}"/>
                  </a:ext>
                </a:extLst>
              </p:cNvPr>
              <p:cNvSpPr txBox="1"/>
              <p:nvPr/>
            </p:nvSpPr>
            <p:spPr>
              <a:xfrm>
                <a:off x="18640522" y="16707073"/>
                <a:ext cx="1393330" cy="461665"/>
              </a:xfrm>
              <a:prstGeom prst="rect">
                <a:avLst/>
              </a:prstGeom>
              <a:noFill/>
            </p:spPr>
            <p:txBody>
              <a:bodyPr wrap="none" rtlCol="0">
                <a:spAutoFit/>
              </a:bodyPr>
              <a:lstStyle/>
              <a:p>
                <a:r>
                  <a:rPr lang="en-US" sz="1200" dirty="0">
                    <a:latin typeface="Sans Serif Collection" panose="020B0502040504020204" pitchFamily="34" charset="-78"/>
                    <a:ea typeface="Sans Serif Collection" panose="020B0502040504020204" pitchFamily="34" charset="-78"/>
                    <a:cs typeface="Sans Serif Collection" panose="020B0502040504020204" pitchFamily="34" charset="-78"/>
                  </a:rPr>
                  <a:t>mutual in</a:t>
                </a:r>
              </a:p>
              <a:p>
                <a:r>
                  <a:rPr lang="en-US" sz="1200" dirty="0">
                    <a:latin typeface="Sans Serif Collection" panose="020B0502040504020204" pitchFamily="34" charset="-78"/>
                    <a:ea typeface="Sans Serif Collection" panose="020B0502040504020204" pitchFamily="34" charset="-78"/>
                    <a:cs typeface="Sans Serif Collection" panose="020B0502040504020204" pitchFamily="34" charset="-78"/>
                  </a:rPr>
                  <a:t>1 autoregulation</a:t>
                </a:r>
              </a:p>
            </p:txBody>
          </p:sp>
          <p:sp>
            <p:nvSpPr>
              <p:cNvPr id="146" name="TextBox 145">
                <a:extLst>
                  <a:ext uri="{FF2B5EF4-FFF2-40B4-BE49-F238E27FC236}">
                    <a16:creationId xmlns:a16="http://schemas.microsoft.com/office/drawing/2014/main" id="{D570A8EA-F310-31CC-8EF8-9ACC73BC9EC3}"/>
                  </a:ext>
                </a:extLst>
              </p:cNvPr>
              <p:cNvSpPr txBox="1"/>
              <p:nvPr/>
            </p:nvSpPr>
            <p:spPr>
              <a:xfrm>
                <a:off x="20771726" y="16707073"/>
                <a:ext cx="1393330" cy="461665"/>
              </a:xfrm>
              <a:prstGeom prst="rect">
                <a:avLst/>
              </a:prstGeom>
              <a:noFill/>
            </p:spPr>
            <p:txBody>
              <a:bodyPr wrap="none" rtlCol="0">
                <a:spAutoFit/>
              </a:bodyPr>
              <a:lstStyle/>
              <a:p>
                <a:r>
                  <a:rPr lang="en-US" sz="1200" dirty="0">
                    <a:latin typeface="Sans Serif Collection" panose="020B0502040504020204" pitchFamily="34" charset="-78"/>
                    <a:ea typeface="Sans Serif Collection" panose="020B0502040504020204" pitchFamily="34" charset="-78"/>
                    <a:cs typeface="Sans Serif Collection" panose="020B0502040504020204" pitchFamily="34" charset="-78"/>
                  </a:rPr>
                  <a:t>fan in</a:t>
                </a:r>
              </a:p>
              <a:p>
                <a:r>
                  <a:rPr lang="en-US" sz="1200" dirty="0">
                    <a:latin typeface="Sans Serif Collection" panose="020B0502040504020204" pitchFamily="34" charset="-78"/>
                    <a:ea typeface="Sans Serif Collection" panose="020B0502040504020204" pitchFamily="34" charset="-78"/>
                    <a:cs typeface="Sans Serif Collection" panose="020B0502040504020204" pitchFamily="34" charset="-78"/>
                  </a:rPr>
                  <a:t>2 autoregulation</a:t>
                </a:r>
              </a:p>
            </p:txBody>
          </p:sp>
          <p:sp>
            <p:nvSpPr>
              <p:cNvPr id="147" name="TextBox 146">
                <a:extLst>
                  <a:ext uri="{FF2B5EF4-FFF2-40B4-BE49-F238E27FC236}">
                    <a16:creationId xmlns:a16="http://schemas.microsoft.com/office/drawing/2014/main" id="{6929B431-18CB-087A-001D-99F942576E0E}"/>
                  </a:ext>
                </a:extLst>
              </p:cNvPr>
              <p:cNvSpPr txBox="1"/>
              <p:nvPr/>
            </p:nvSpPr>
            <p:spPr>
              <a:xfrm>
                <a:off x="23114336" y="16707073"/>
                <a:ext cx="888385" cy="461665"/>
              </a:xfrm>
              <a:prstGeom prst="rect">
                <a:avLst/>
              </a:prstGeom>
              <a:noFill/>
            </p:spPr>
            <p:txBody>
              <a:bodyPr wrap="none" rtlCol="0">
                <a:spAutoFit/>
              </a:bodyPr>
              <a:lstStyle/>
              <a:p>
                <a:r>
                  <a:rPr lang="en-US" sz="1200" dirty="0">
                    <a:latin typeface="Sans Serif Collection" panose="020B0502040504020204" pitchFamily="34" charset="-78"/>
                    <a:ea typeface="Sans Serif Collection" panose="020B0502040504020204" pitchFamily="34" charset="-78"/>
                    <a:cs typeface="Sans Serif Collection" panose="020B0502040504020204" pitchFamily="34" charset="-78"/>
                  </a:rPr>
                  <a:t>regulated</a:t>
                </a:r>
              </a:p>
              <a:p>
                <a:r>
                  <a:rPr lang="en-US" sz="1200" dirty="0">
                    <a:latin typeface="Sans Serif Collection" panose="020B0502040504020204" pitchFamily="34" charset="-78"/>
                    <a:ea typeface="Sans Serif Collection" panose="020B0502040504020204" pitchFamily="34" charset="-78"/>
                    <a:cs typeface="Sans Serif Collection" panose="020B0502040504020204" pitchFamily="34" charset="-78"/>
                  </a:rPr>
                  <a:t>mutual</a:t>
                </a:r>
              </a:p>
            </p:txBody>
          </p:sp>
          <p:sp>
            <p:nvSpPr>
              <p:cNvPr id="148" name="TextBox 147">
                <a:extLst>
                  <a:ext uri="{FF2B5EF4-FFF2-40B4-BE49-F238E27FC236}">
                    <a16:creationId xmlns:a16="http://schemas.microsoft.com/office/drawing/2014/main" id="{B4BC22BA-EE41-EE84-3138-EE6793910C30}"/>
                  </a:ext>
                </a:extLst>
              </p:cNvPr>
              <p:cNvSpPr txBox="1"/>
              <p:nvPr/>
            </p:nvSpPr>
            <p:spPr>
              <a:xfrm>
                <a:off x="25172674" y="16707073"/>
                <a:ext cx="1393330" cy="461665"/>
              </a:xfrm>
              <a:prstGeom prst="rect">
                <a:avLst/>
              </a:prstGeom>
              <a:noFill/>
            </p:spPr>
            <p:txBody>
              <a:bodyPr wrap="none" rtlCol="0">
                <a:spAutoFit/>
              </a:bodyPr>
              <a:lstStyle/>
              <a:p>
                <a:r>
                  <a:rPr lang="en-US" sz="1200" dirty="0">
                    <a:latin typeface="Sans Serif Collection" panose="020B0502040504020204" pitchFamily="34" charset="-78"/>
                    <a:ea typeface="Sans Serif Collection" panose="020B0502040504020204" pitchFamily="34" charset="-78"/>
                    <a:cs typeface="Sans Serif Collection" panose="020B0502040504020204" pitchFamily="34" charset="-78"/>
                  </a:rPr>
                  <a:t>mutual in</a:t>
                </a:r>
              </a:p>
              <a:p>
                <a:r>
                  <a:rPr lang="en-US" sz="1200" dirty="0">
                    <a:latin typeface="Sans Serif Collection" panose="020B0502040504020204" pitchFamily="34" charset="-78"/>
                    <a:ea typeface="Sans Serif Collection" panose="020B0502040504020204" pitchFamily="34" charset="-78"/>
                    <a:cs typeface="Sans Serif Collection" panose="020B0502040504020204" pitchFamily="34" charset="-78"/>
                  </a:rPr>
                  <a:t>1 autoregulation</a:t>
                </a:r>
              </a:p>
            </p:txBody>
          </p:sp>
        </p:grpSp>
        <p:grpSp>
          <p:nvGrpSpPr>
            <p:cNvPr id="153" name="Group 152">
              <a:extLst>
                <a:ext uri="{FF2B5EF4-FFF2-40B4-BE49-F238E27FC236}">
                  <a16:creationId xmlns:a16="http://schemas.microsoft.com/office/drawing/2014/main" id="{D2C1F0AB-C189-1243-12D1-4A936D116360}"/>
                </a:ext>
              </a:extLst>
            </p:cNvPr>
            <p:cNvGrpSpPr/>
            <p:nvPr/>
          </p:nvGrpSpPr>
          <p:grpSpPr>
            <a:xfrm>
              <a:off x="11590250" y="12101084"/>
              <a:ext cx="15188770" cy="1495270"/>
              <a:chOff x="11590250" y="12101084"/>
              <a:chExt cx="15188770" cy="1495270"/>
            </a:xfrm>
          </p:grpSpPr>
          <p:pic>
            <p:nvPicPr>
              <p:cNvPr id="29" name="Picture 28" descr="A blue and red line with a red line and a blue arrow&#10;&#10;AI-generated content may be incorrect.">
                <a:extLst>
                  <a:ext uri="{FF2B5EF4-FFF2-40B4-BE49-F238E27FC236}">
                    <a16:creationId xmlns:a16="http://schemas.microsoft.com/office/drawing/2014/main" id="{0754C55B-0D7C-FAC5-B8B8-951DFF2033D2}"/>
                  </a:ext>
                </a:extLst>
              </p:cNvPr>
              <p:cNvPicPr>
                <a:picLocks noChangeAspect="1"/>
              </p:cNvPicPr>
              <p:nvPr/>
            </p:nvPicPr>
            <p:blipFill>
              <a:blip r:embed="rId35" cstate="email">
                <a:extLst>
                  <a:ext uri="{28A0092B-C50C-407E-A947-70E740481C1C}">
                    <a14:useLocalDpi xmlns:a14="http://schemas.microsoft.com/office/drawing/2010/main" val="0"/>
                  </a:ext>
                </a:extLst>
              </a:blip>
              <a:srcRect l="1020" t="1704" r="66737" b="65989"/>
              <a:stretch>
                <a:fillRect/>
              </a:stretch>
            </p:blipFill>
            <p:spPr>
              <a:xfrm>
                <a:off x="18112793" y="12169473"/>
                <a:ext cx="2031879" cy="1207120"/>
              </a:xfrm>
              <a:prstGeom prst="rect">
                <a:avLst/>
              </a:prstGeom>
            </p:spPr>
          </p:pic>
          <p:sp>
            <p:nvSpPr>
              <p:cNvPr id="30" name="TextBox 29">
                <a:extLst>
                  <a:ext uri="{FF2B5EF4-FFF2-40B4-BE49-F238E27FC236}">
                    <a16:creationId xmlns:a16="http://schemas.microsoft.com/office/drawing/2014/main" id="{F3A81A78-DBE6-A7A6-8384-5D945C8B8B23}"/>
                  </a:ext>
                </a:extLst>
              </p:cNvPr>
              <p:cNvSpPr txBox="1"/>
              <p:nvPr/>
            </p:nvSpPr>
            <p:spPr>
              <a:xfrm>
                <a:off x="18715965" y="12650715"/>
                <a:ext cx="306942" cy="338554"/>
              </a:xfrm>
              <a:prstGeom prst="rect">
                <a:avLst/>
              </a:prstGeom>
              <a:noFill/>
            </p:spPr>
            <p:txBody>
              <a:bodyPr wrap="square" rtlCol="0">
                <a:spAutoFit/>
              </a:bodyPr>
              <a:lstStyle/>
              <a:p>
                <a:r>
                  <a:rPr lang="en-US" sz="1600" b="1" dirty="0">
                    <a:latin typeface="Sans Serif Collection" panose="020B0502040504020204" pitchFamily="34" charset="0"/>
                    <a:ea typeface="Sans Serif Collection" panose="020B0502040504020204" pitchFamily="34" charset="0"/>
                    <a:cs typeface="Sans Serif Collection" panose="020B0502040504020204" pitchFamily="34" charset="0"/>
                  </a:rPr>
                  <a:t>4</a:t>
                </a:r>
              </a:p>
            </p:txBody>
          </p:sp>
          <p:pic>
            <p:nvPicPr>
              <p:cNvPr id="35" name="Picture 34" descr="A red and blue spiral&#10;&#10;AI-generated content may be incorrect.">
                <a:extLst>
                  <a:ext uri="{FF2B5EF4-FFF2-40B4-BE49-F238E27FC236}">
                    <a16:creationId xmlns:a16="http://schemas.microsoft.com/office/drawing/2014/main" id="{16E5E1DB-1794-F1CA-F42A-25A9D6367965}"/>
                  </a:ext>
                </a:extLst>
              </p:cNvPr>
              <p:cNvPicPr>
                <a:picLocks noChangeAspect="1"/>
              </p:cNvPicPr>
              <p:nvPr/>
            </p:nvPicPr>
            <p:blipFill>
              <a:blip r:embed="rId36" cstate="email">
                <a:extLst>
                  <a:ext uri="{28A0092B-C50C-407E-A947-70E740481C1C}">
                    <a14:useLocalDpi xmlns:a14="http://schemas.microsoft.com/office/drawing/2010/main" val="0"/>
                  </a:ext>
                </a:extLst>
              </a:blip>
              <a:srcRect l="1311" r="63614" b="60831"/>
              <a:stretch>
                <a:fillRect/>
              </a:stretch>
            </p:blipFill>
            <p:spPr>
              <a:xfrm>
                <a:off x="20229987" y="12101084"/>
                <a:ext cx="2210405" cy="1463515"/>
              </a:xfrm>
              <a:prstGeom prst="rect">
                <a:avLst/>
              </a:prstGeom>
            </p:spPr>
          </p:pic>
          <p:sp>
            <p:nvSpPr>
              <p:cNvPr id="36" name="TextBox 35">
                <a:extLst>
                  <a:ext uri="{FF2B5EF4-FFF2-40B4-BE49-F238E27FC236}">
                    <a16:creationId xmlns:a16="http://schemas.microsoft.com/office/drawing/2014/main" id="{AE019A9C-A328-BE29-1DDF-28697AEEBF24}"/>
                  </a:ext>
                </a:extLst>
              </p:cNvPr>
              <p:cNvSpPr txBox="1"/>
              <p:nvPr/>
            </p:nvSpPr>
            <p:spPr>
              <a:xfrm>
                <a:off x="20815232" y="12650715"/>
                <a:ext cx="306942" cy="338554"/>
              </a:xfrm>
              <a:prstGeom prst="rect">
                <a:avLst/>
              </a:prstGeom>
              <a:noFill/>
            </p:spPr>
            <p:txBody>
              <a:bodyPr wrap="square" rtlCol="0">
                <a:spAutoFit/>
              </a:bodyPr>
              <a:lstStyle/>
              <a:p>
                <a:r>
                  <a:rPr lang="en-US" sz="1600" b="1" dirty="0">
                    <a:latin typeface="Sans Serif Collection" panose="020B0502040504020204" pitchFamily="34" charset="0"/>
                    <a:ea typeface="Sans Serif Collection" panose="020B0502040504020204" pitchFamily="34" charset="0"/>
                    <a:cs typeface="Sans Serif Collection" panose="020B0502040504020204" pitchFamily="34" charset="0"/>
                  </a:rPr>
                  <a:t>5</a:t>
                </a:r>
              </a:p>
            </p:txBody>
          </p:sp>
          <p:pic>
            <p:nvPicPr>
              <p:cNvPr id="40" name="Picture 39" descr="A blue and red lines and a white background&#10;&#10;AI-generated content may be incorrect.">
                <a:extLst>
                  <a:ext uri="{FF2B5EF4-FFF2-40B4-BE49-F238E27FC236}">
                    <a16:creationId xmlns:a16="http://schemas.microsoft.com/office/drawing/2014/main" id="{C0E53204-62BB-4ACC-E713-A299DD87A813}"/>
                  </a:ext>
                </a:extLst>
              </p:cNvPr>
              <p:cNvPicPr>
                <a:picLocks noChangeAspect="1"/>
              </p:cNvPicPr>
              <p:nvPr/>
            </p:nvPicPr>
            <p:blipFill>
              <a:blip r:embed="rId37" cstate="email">
                <a:extLst>
                  <a:ext uri="{28A0092B-C50C-407E-A947-70E740481C1C}">
                    <a14:useLocalDpi xmlns:a14="http://schemas.microsoft.com/office/drawing/2010/main" val="0"/>
                  </a:ext>
                </a:extLst>
              </a:blip>
              <a:srcRect l="971" t="1296" r="66624" b="66348"/>
              <a:stretch>
                <a:fillRect/>
              </a:stretch>
            </p:blipFill>
            <p:spPr>
              <a:xfrm>
                <a:off x="24736846" y="12157139"/>
                <a:ext cx="2042174" cy="1208914"/>
              </a:xfrm>
              <a:prstGeom prst="rect">
                <a:avLst/>
              </a:prstGeom>
            </p:spPr>
          </p:pic>
          <p:sp>
            <p:nvSpPr>
              <p:cNvPr id="43" name="TextBox 42">
                <a:extLst>
                  <a:ext uri="{FF2B5EF4-FFF2-40B4-BE49-F238E27FC236}">
                    <a16:creationId xmlns:a16="http://schemas.microsoft.com/office/drawing/2014/main" id="{2E9BCDEE-44E1-EC15-9C18-FB7E67824721}"/>
                  </a:ext>
                </a:extLst>
              </p:cNvPr>
              <p:cNvSpPr txBox="1"/>
              <p:nvPr/>
            </p:nvSpPr>
            <p:spPr>
              <a:xfrm>
                <a:off x="25324505" y="12650715"/>
                <a:ext cx="306942" cy="338554"/>
              </a:xfrm>
              <a:prstGeom prst="rect">
                <a:avLst/>
              </a:prstGeom>
              <a:noFill/>
            </p:spPr>
            <p:txBody>
              <a:bodyPr wrap="square" rtlCol="0">
                <a:spAutoFit/>
              </a:bodyPr>
              <a:lstStyle/>
              <a:p>
                <a:r>
                  <a:rPr lang="en-US" sz="1600" b="1" dirty="0">
                    <a:latin typeface="Sans Serif Collection" panose="020B0502040504020204" pitchFamily="34" charset="0"/>
                    <a:ea typeface="Sans Serif Collection" panose="020B0502040504020204" pitchFamily="34" charset="0"/>
                    <a:cs typeface="Sans Serif Collection" panose="020B0502040504020204" pitchFamily="34" charset="0"/>
                  </a:rPr>
                  <a:t>7</a:t>
                </a:r>
              </a:p>
            </p:txBody>
          </p:sp>
          <p:pic>
            <p:nvPicPr>
              <p:cNvPr id="44" name="Picture 43" descr="A red and blue triangle with text&#10;&#10;AI-generated content may be incorrect.">
                <a:extLst>
                  <a:ext uri="{FF2B5EF4-FFF2-40B4-BE49-F238E27FC236}">
                    <a16:creationId xmlns:a16="http://schemas.microsoft.com/office/drawing/2014/main" id="{E7F6C350-6583-0153-6A9E-F85DF23A773A}"/>
                  </a:ext>
                </a:extLst>
              </p:cNvPr>
              <p:cNvPicPr>
                <a:picLocks noChangeAspect="1"/>
              </p:cNvPicPr>
              <p:nvPr/>
            </p:nvPicPr>
            <p:blipFill>
              <a:blip r:embed="rId38" cstate="email">
                <a:extLst>
                  <a:ext uri="{28A0092B-C50C-407E-A947-70E740481C1C}">
                    <a14:useLocalDpi xmlns:a14="http://schemas.microsoft.com/office/drawing/2010/main" val="0"/>
                  </a:ext>
                </a:extLst>
              </a:blip>
              <a:srcRect l="1039" t="1450" r="66709" b="65841"/>
              <a:stretch>
                <a:fillRect/>
              </a:stretch>
            </p:blipFill>
            <p:spPr>
              <a:xfrm>
                <a:off x="13788051" y="12168912"/>
                <a:ext cx="2032480" cy="1222118"/>
              </a:xfrm>
              <a:prstGeom prst="rect">
                <a:avLst/>
              </a:prstGeom>
            </p:spPr>
          </p:pic>
          <p:sp>
            <p:nvSpPr>
              <p:cNvPr id="45" name="TextBox 44">
                <a:extLst>
                  <a:ext uri="{FF2B5EF4-FFF2-40B4-BE49-F238E27FC236}">
                    <a16:creationId xmlns:a16="http://schemas.microsoft.com/office/drawing/2014/main" id="{15AB1315-190E-B303-08AF-E924ECEAB1AD}"/>
                  </a:ext>
                </a:extLst>
              </p:cNvPr>
              <p:cNvSpPr txBox="1"/>
              <p:nvPr/>
            </p:nvSpPr>
            <p:spPr>
              <a:xfrm>
                <a:off x="14390121" y="12650715"/>
                <a:ext cx="306942" cy="338554"/>
              </a:xfrm>
              <a:prstGeom prst="rect">
                <a:avLst/>
              </a:prstGeom>
              <a:noFill/>
            </p:spPr>
            <p:txBody>
              <a:bodyPr wrap="square" rtlCol="0">
                <a:spAutoFit/>
              </a:bodyPr>
              <a:lstStyle/>
              <a:p>
                <a:r>
                  <a:rPr lang="en-US" sz="1600" b="1" dirty="0">
                    <a:latin typeface="Sans Serif Collection" panose="020B0502040504020204" pitchFamily="34" charset="0"/>
                    <a:ea typeface="Sans Serif Collection" panose="020B0502040504020204" pitchFamily="34" charset="0"/>
                    <a:cs typeface="Sans Serif Collection" panose="020B0502040504020204" pitchFamily="34" charset="0"/>
                  </a:rPr>
                  <a:t>2</a:t>
                </a:r>
              </a:p>
            </p:txBody>
          </p:sp>
          <p:pic>
            <p:nvPicPr>
              <p:cNvPr id="47" name="Picture 46" descr="A blue and red line&#10;&#10;AI-generated content may be incorrect.">
                <a:extLst>
                  <a:ext uri="{FF2B5EF4-FFF2-40B4-BE49-F238E27FC236}">
                    <a16:creationId xmlns:a16="http://schemas.microsoft.com/office/drawing/2014/main" id="{EAC93427-92B2-4335-BC5D-08E89DE21322}"/>
                  </a:ext>
                </a:extLst>
              </p:cNvPr>
              <p:cNvPicPr>
                <a:picLocks noChangeAspect="1"/>
              </p:cNvPicPr>
              <p:nvPr/>
            </p:nvPicPr>
            <p:blipFill>
              <a:blip r:embed="rId39" cstate="email">
                <a:extLst>
                  <a:ext uri="{28A0092B-C50C-407E-A947-70E740481C1C}">
                    <a14:useLocalDpi xmlns:a14="http://schemas.microsoft.com/office/drawing/2010/main" val="0"/>
                  </a:ext>
                </a:extLst>
              </a:blip>
              <a:srcRect l="1158" t="1493" r="66545" b="65798"/>
              <a:stretch>
                <a:fillRect/>
              </a:stretch>
            </p:blipFill>
            <p:spPr>
              <a:xfrm>
                <a:off x="11590250" y="12171465"/>
                <a:ext cx="2035320" cy="1222118"/>
              </a:xfrm>
              <a:prstGeom prst="rect">
                <a:avLst/>
              </a:prstGeom>
            </p:spPr>
          </p:pic>
          <p:sp>
            <p:nvSpPr>
              <p:cNvPr id="48" name="TextBox 47">
                <a:extLst>
                  <a:ext uri="{FF2B5EF4-FFF2-40B4-BE49-F238E27FC236}">
                    <a16:creationId xmlns:a16="http://schemas.microsoft.com/office/drawing/2014/main" id="{F8A9F9C6-DFBC-B241-CE19-86741B197805}"/>
                  </a:ext>
                </a:extLst>
              </p:cNvPr>
              <p:cNvSpPr txBox="1"/>
              <p:nvPr/>
            </p:nvSpPr>
            <p:spPr>
              <a:xfrm>
                <a:off x="12400790" y="12650715"/>
                <a:ext cx="430061" cy="338554"/>
              </a:xfrm>
              <a:prstGeom prst="rect">
                <a:avLst/>
              </a:prstGeom>
              <a:noFill/>
            </p:spPr>
            <p:txBody>
              <a:bodyPr wrap="square" rtlCol="0">
                <a:spAutoFit/>
              </a:bodyPr>
              <a:lstStyle/>
              <a:p>
                <a:r>
                  <a:rPr lang="en-US" sz="1600" b="1" dirty="0">
                    <a:latin typeface="Sans Serif Collection" panose="020B0502040504020204" pitchFamily="34" charset="0"/>
                    <a:ea typeface="Sans Serif Collection" panose="020B0502040504020204" pitchFamily="34" charset="0"/>
                    <a:cs typeface="Sans Serif Collection" panose="020B0502040504020204" pitchFamily="34" charset="0"/>
                  </a:rPr>
                  <a:t>1</a:t>
                </a:r>
              </a:p>
            </p:txBody>
          </p:sp>
          <p:pic>
            <p:nvPicPr>
              <p:cNvPr id="63" name="Picture 62" descr="A red and white line with a black text&#10;&#10;AI-generated content may be incorrect.">
                <a:extLst>
                  <a:ext uri="{FF2B5EF4-FFF2-40B4-BE49-F238E27FC236}">
                    <a16:creationId xmlns:a16="http://schemas.microsoft.com/office/drawing/2014/main" id="{BAEBA326-D93D-484A-5767-D937CCEC2439}"/>
                  </a:ext>
                </a:extLst>
              </p:cNvPr>
              <p:cNvPicPr>
                <a:picLocks noChangeAspect="1"/>
              </p:cNvPicPr>
              <p:nvPr/>
            </p:nvPicPr>
            <p:blipFill>
              <a:blip r:embed="rId40" cstate="email">
                <a:extLst>
                  <a:ext uri="{28A0092B-C50C-407E-A947-70E740481C1C}">
                    <a14:useLocalDpi xmlns:a14="http://schemas.microsoft.com/office/drawing/2010/main" val="0"/>
                  </a:ext>
                </a:extLst>
              </a:blip>
              <a:srcRect l="1110" t="1115" r="64359" b="65964"/>
              <a:stretch>
                <a:fillRect/>
              </a:stretch>
            </p:blipFill>
            <p:spPr>
              <a:xfrm>
                <a:off x="22459482" y="12163256"/>
                <a:ext cx="2176053" cy="1230050"/>
              </a:xfrm>
              <a:prstGeom prst="rect">
                <a:avLst/>
              </a:prstGeom>
            </p:spPr>
          </p:pic>
          <p:sp>
            <p:nvSpPr>
              <p:cNvPr id="64" name="TextBox 63">
                <a:extLst>
                  <a:ext uri="{FF2B5EF4-FFF2-40B4-BE49-F238E27FC236}">
                    <a16:creationId xmlns:a16="http://schemas.microsoft.com/office/drawing/2014/main" id="{11410A76-2BBA-66ED-8539-D0E7F60B0F8D}"/>
                  </a:ext>
                </a:extLst>
              </p:cNvPr>
              <p:cNvSpPr txBox="1"/>
              <p:nvPr/>
            </p:nvSpPr>
            <p:spPr>
              <a:xfrm>
                <a:off x="23056401" y="12650715"/>
                <a:ext cx="507394" cy="338554"/>
              </a:xfrm>
              <a:prstGeom prst="rect">
                <a:avLst/>
              </a:prstGeom>
              <a:noFill/>
            </p:spPr>
            <p:txBody>
              <a:bodyPr wrap="square" rtlCol="0">
                <a:spAutoFit/>
              </a:bodyPr>
              <a:lstStyle/>
              <a:p>
                <a:r>
                  <a:rPr lang="en-US" sz="1600" b="1" dirty="0">
                    <a:latin typeface="Sans Serif Collection" panose="020B0502040504020204" pitchFamily="34" charset="0"/>
                    <a:ea typeface="Sans Serif Collection" panose="020B0502040504020204" pitchFamily="34" charset="0"/>
                    <a:cs typeface="Sans Serif Collection" panose="020B0502040504020204" pitchFamily="34" charset="0"/>
                  </a:rPr>
                  <a:t>6</a:t>
                </a:r>
              </a:p>
            </p:txBody>
          </p:sp>
          <p:pic>
            <p:nvPicPr>
              <p:cNvPr id="65" name="Picture 64" descr="A blue and red graph&#10;&#10;AI-generated content may be incorrect.">
                <a:extLst>
                  <a:ext uri="{FF2B5EF4-FFF2-40B4-BE49-F238E27FC236}">
                    <a16:creationId xmlns:a16="http://schemas.microsoft.com/office/drawing/2014/main" id="{18E4E540-E579-AA2A-6C69-CF2837523DF1}"/>
                  </a:ext>
                </a:extLst>
              </p:cNvPr>
              <p:cNvPicPr>
                <a:picLocks noChangeAspect="1"/>
              </p:cNvPicPr>
              <p:nvPr/>
            </p:nvPicPr>
            <p:blipFill>
              <a:blip r:embed="rId41" cstate="email">
                <a:extLst>
                  <a:ext uri="{28A0092B-C50C-407E-A947-70E740481C1C}">
                    <a14:useLocalDpi xmlns:a14="http://schemas.microsoft.com/office/drawing/2010/main" val="0"/>
                  </a:ext>
                </a:extLst>
              </a:blip>
              <a:srcRect l="1379" t="1490" r="64293" b="60480"/>
              <a:stretch>
                <a:fillRect/>
              </a:stretch>
            </p:blipFill>
            <p:spPr>
              <a:xfrm>
                <a:off x="15962697" y="12172374"/>
                <a:ext cx="2163357" cy="1420962"/>
              </a:xfrm>
              <a:prstGeom prst="rect">
                <a:avLst/>
              </a:prstGeom>
            </p:spPr>
          </p:pic>
          <p:sp>
            <p:nvSpPr>
              <p:cNvPr id="66" name="TextBox 65">
                <a:extLst>
                  <a:ext uri="{FF2B5EF4-FFF2-40B4-BE49-F238E27FC236}">
                    <a16:creationId xmlns:a16="http://schemas.microsoft.com/office/drawing/2014/main" id="{B4557A2B-988C-EDB2-14C3-5C5CA8EE9BD7}"/>
                  </a:ext>
                </a:extLst>
              </p:cNvPr>
              <p:cNvSpPr txBox="1"/>
              <p:nvPr/>
            </p:nvSpPr>
            <p:spPr>
              <a:xfrm>
                <a:off x="16572237" y="12650715"/>
                <a:ext cx="511520" cy="338554"/>
              </a:xfrm>
              <a:prstGeom prst="rect">
                <a:avLst/>
              </a:prstGeom>
              <a:noFill/>
            </p:spPr>
            <p:txBody>
              <a:bodyPr wrap="square" rtlCol="0">
                <a:spAutoFit/>
              </a:bodyPr>
              <a:lstStyle/>
              <a:p>
                <a:r>
                  <a:rPr lang="en-US" sz="1600" b="1" dirty="0">
                    <a:latin typeface="Sans Serif Collection" panose="020B0502040504020204" pitchFamily="34" charset="0"/>
                    <a:ea typeface="Sans Serif Collection" panose="020B0502040504020204" pitchFamily="34" charset="0"/>
                    <a:cs typeface="Sans Serif Collection" panose="020B0502040504020204" pitchFamily="34" charset="0"/>
                  </a:rPr>
                  <a:t>3</a:t>
                </a:r>
              </a:p>
            </p:txBody>
          </p:sp>
          <p:sp>
            <p:nvSpPr>
              <p:cNvPr id="79" name="TextBox 78">
                <a:extLst>
                  <a:ext uri="{FF2B5EF4-FFF2-40B4-BE49-F238E27FC236}">
                    <a16:creationId xmlns:a16="http://schemas.microsoft.com/office/drawing/2014/main" id="{9C3BDA57-00FB-BDA7-1184-123BE9E3C9A9}"/>
                  </a:ext>
                </a:extLst>
              </p:cNvPr>
              <p:cNvSpPr txBox="1"/>
              <p:nvPr/>
            </p:nvSpPr>
            <p:spPr>
              <a:xfrm>
                <a:off x="14541767" y="13134689"/>
                <a:ext cx="936475" cy="461665"/>
              </a:xfrm>
              <a:prstGeom prst="rect">
                <a:avLst/>
              </a:prstGeom>
              <a:noFill/>
            </p:spPr>
            <p:txBody>
              <a:bodyPr wrap="none" rtlCol="0">
                <a:spAutoFit/>
              </a:bodyPr>
              <a:lstStyle/>
              <a:p>
                <a:r>
                  <a:rPr lang="en-US" sz="1200" dirty="0">
                    <a:latin typeface="Sans Serif Collection" panose="020B0502040504020204" pitchFamily="34" charset="-78"/>
                    <a:ea typeface="Sans Serif Collection" panose="020B0502040504020204" pitchFamily="34" charset="-78"/>
                    <a:cs typeface="Sans Serif Collection" panose="020B0502040504020204" pitchFamily="34" charset="-78"/>
                  </a:rPr>
                  <a:t>regulating</a:t>
                </a:r>
              </a:p>
              <a:p>
                <a:r>
                  <a:rPr lang="en-US" sz="1200" dirty="0">
                    <a:latin typeface="Sans Serif Collection" panose="020B0502040504020204" pitchFamily="34" charset="-78"/>
                    <a:ea typeface="Sans Serif Collection" panose="020B0502040504020204" pitchFamily="34" charset="-78"/>
                    <a:cs typeface="Sans Serif Collection" panose="020B0502040504020204" pitchFamily="34" charset="-78"/>
                  </a:rPr>
                  <a:t>mutual</a:t>
                </a:r>
              </a:p>
            </p:txBody>
          </p:sp>
          <p:sp>
            <p:nvSpPr>
              <p:cNvPr id="81" name="TextBox 80">
                <a:extLst>
                  <a:ext uri="{FF2B5EF4-FFF2-40B4-BE49-F238E27FC236}">
                    <a16:creationId xmlns:a16="http://schemas.microsoft.com/office/drawing/2014/main" id="{8102DFB4-C049-8732-C786-D81360D59CED}"/>
                  </a:ext>
                </a:extLst>
              </p:cNvPr>
              <p:cNvSpPr txBox="1"/>
              <p:nvPr/>
            </p:nvSpPr>
            <p:spPr>
              <a:xfrm>
                <a:off x="16686033" y="13134689"/>
                <a:ext cx="1393330" cy="461665"/>
              </a:xfrm>
              <a:prstGeom prst="rect">
                <a:avLst/>
              </a:prstGeom>
              <a:noFill/>
            </p:spPr>
            <p:txBody>
              <a:bodyPr wrap="none" rtlCol="0">
                <a:spAutoFit/>
              </a:bodyPr>
              <a:lstStyle/>
              <a:p>
                <a:r>
                  <a:rPr lang="en-US" sz="1200" dirty="0">
                    <a:latin typeface="Sans Serif Collection" panose="020B0502040504020204" pitchFamily="34" charset="-78"/>
                    <a:ea typeface="Sans Serif Collection" panose="020B0502040504020204" pitchFamily="34" charset="-78"/>
                    <a:cs typeface="Sans Serif Collection" panose="020B0502040504020204" pitchFamily="34" charset="-78"/>
                  </a:rPr>
                  <a:t>cascade</a:t>
                </a:r>
              </a:p>
              <a:p>
                <a:r>
                  <a:rPr lang="en-US" sz="1200" dirty="0">
                    <a:latin typeface="Sans Serif Collection" panose="020B0502040504020204" pitchFamily="34" charset="-78"/>
                    <a:ea typeface="Sans Serif Collection" panose="020B0502040504020204" pitchFamily="34" charset="-78"/>
                    <a:cs typeface="Sans Serif Collection" panose="020B0502040504020204" pitchFamily="34" charset="-78"/>
                  </a:rPr>
                  <a:t>2 autoregulation</a:t>
                </a:r>
              </a:p>
            </p:txBody>
          </p:sp>
          <p:sp>
            <p:nvSpPr>
              <p:cNvPr id="82" name="TextBox 81">
                <a:extLst>
                  <a:ext uri="{FF2B5EF4-FFF2-40B4-BE49-F238E27FC236}">
                    <a16:creationId xmlns:a16="http://schemas.microsoft.com/office/drawing/2014/main" id="{57360642-9EC3-C17A-D2BF-E7C87791AE6A}"/>
                  </a:ext>
                </a:extLst>
              </p:cNvPr>
              <p:cNvSpPr txBox="1"/>
              <p:nvPr/>
            </p:nvSpPr>
            <p:spPr>
              <a:xfrm>
                <a:off x="18538517" y="13134689"/>
                <a:ext cx="1393330" cy="461665"/>
              </a:xfrm>
              <a:prstGeom prst="rect">
                <a:avLst/>
              </a:prstGeom>
              <a:noFill/>
            </p:spPr>
            <p:txBody>
              <a:bodyPr wrap="none" rtlCol="0">
                <a:spAutoFit/>
              </a:bodyPr>
              <a:lstStyle/>
              <a:p>
                <a:r>
                  <a:rPr lang="en-US" sz="1200" dirty="0">
                    <a:latin typeface="Sans Serif Collection" panose="020B0502040504020204" pitchFamily="34" charset="-78"/>
                    <a:ea typeface="Sans Serif Collection" panose="020B0502040504020204" pitchFamily="34" charset="-78"/>
                    <a:cs typeface="Sans Serif Collection" panose="020B0502040504020204" pitchFamily="34" charset="-78"/>
                  </a:rPr>
                  <a:t>feedback loop</a:t>
                </a:r>
              </a:p>
              <a:p>
                <a:r>
                  <a:rPr lang="en-US" sz="1200" dirty="0">
                    <a:latin typeface="Sans Serif Collection" panose="020B0502040504020204" pitchFamily="34" charset="-78"/>
                    <a:ea typeface="Sans Serif Collection" panose="020B0502040504020204" pitchFamily="34" charset="-78"/>
                    <a:cs typeface="Sans Serif Collection" panose="020B0502040504020204" pitchFamily="34" charset="-78"/>
                  </a:rPr>
                  <a:t>1 autoregulation</a:t>
                </a:r>
              </a:p>
            </p:txBody>
          </p:sp>
          <p:sp>
            <p:nvSpPr>
              <p:cNvPr id="83" name="TextBox 82">
                <a:extLst>
                  <a:ext uri="{FF2B5EF4-FFF2-40B4-BE49-F238E27FC236}">
                    <a16:creationId xmlns:a16="http://schemas.microsoft.com/office/drawing/2014/main" id="{FEBECD57-B3F4-8481-EDD1-368103A86670}"/>
                  </a:ext>
                </a:extLst>
              </p:cNvPr>
              <p:cNvSpPr txBox="1"/>
              <p:nvPr/>
            </p:nvSpPr>
            <p:spPr>
              <a:xfrm>
                <a:off x="20763234" y="13134689"/>
                <a:ext cx="1441420" cy="461665"/>
              </a:xfrm>
              <a:prstGeom prst="rect">
                <a:avLst/>
              </a:prstGeom>
              <a:noFill/>
            </p:spPr>
            <p:txBody>
              <a:bodyPr wrap="none" rtlCol="0">
                <a:spAutoFit/>
              </a:bodyPr>
              <a:lstStyle/>
              <a:p>
                <a:r>
                  <a:rPr lang="en-US" sz="1200" dirty="0">
                    <a:latin typeface="Sans Serif Collection" panose="020B0502040504020204" pitchFamily="34" charset="-78"/>
                    <a:ea typeface="Sans Serif Collection" panose="020B0502040504020204" pitchFamily="34" charset="-78"/>
                    <a:cs typeface="Sans Serif Collection" panose="020B0502040504020204" pitchFamily="34" charset="-78"/>
                  </a:rPr>
                  <a:t>feedforward loop</a:t>
                </a:r>
              </a:p>
              <a:p>
                <a:r>
                  <a:rPr lang="en-US" sz="1200" dirty="0">
                    <a:latin typeface="Sans Serif Collection" panose="020B0502040504020204" pitchFamily="34" charset="-78"/>
                    <a:ea typeface="Sans Serif Collection" panose="020B0502040504020204" pitchFamily="34" charset="-78"/>
                    <a:cs typeface="Sans Serif Collection" panose="020B0502040504020204" pitchFamily="34" charset="-78"/>
                  </a:rPr>
                  <a:t>1 autoregulation</a:t>
                </a:r>
              </a:p>
            </p:txBody>
          </p:sp>
          <p:sp>
            <p:nvSpPr>
              <p:cNvPr id="84" name="TextBox 83">
                <a:extLst>
                  <a:ext uri="{FF2B5EF4-FFF2-40B4-BE49-F238E27FC236}">
                    <a16:creationId xmlns:a16="http://schemas.microsoft.com/office/drawing/2014/main" id="{70836BA8-0D93-95C2-1F8C-C54F348A925A}"/>
                  </a:ext>
                </a:extLst>
              </p:cNvPr>
              <p:cNvSpPr txBox="1"/>
              <p:nvPr/>
            </p:nvSpPr>
            <p:spPr>
              <a:xfrm>
                <a:off x="23009874" y="13134689"/>
                <a:ext cx="1393330" cy="461665"/>
              </a:xfrm>
              <a:prstGeom prst="rect">
                <a:avLst/>
              </a:prstGeom>
              <a:noFill/>
            </p:spPr>
            <p:txBody>
              <a:bodyPr wrap="none" rtlCol="0">
                <a:spAutoFit/>
              </a:bodyPr>
              <a:lstStyle/>
              <a:p>
                <a:r>
                  <a:rPr lang="en-US" sz="1200" dirty="0">
                    <a:latin typeface="Sans Serif Collection" panose="020B0502040504020204" pitchFamily="34" charset="-78"/>
                    <a:ea typeface="Sans Serif Collection" panose="020B0502040504020204" pitchFamily="34" charset="-78"/>
                    <a:cs typeface="Sans Serif Collection" panose="020B0502040504020204" pitchFamily="34" charset="-78"/>
                  </a:rPr>
                  <a:t>cascade</a:t>
                </a:r>
              </a:p>
              <a:p>
                <a:r>
                  <a:rPr lang="en-US" sz="1200" dirty="0">
                    <a:latin typeface="Sans Serif Collection" panose="020B0502040504020204" pitchFamily="34" charset="-78"/>
                    <a:ea typeface="Sans Serif Collection" panose="020B0502040504020204" pitchFamily="34" charset="-78"/>
                    <a:cs typeface="Sans Serif Collection" panose="020B0502040504020204" pitchFamily="34" charset="-78"/>
                  </a:rPr>
                  <a:t>2 autoregulation</a:t>
                </a:r>
              </a:p>
            </p:txBody>
          </p:sp>
          <p:sp>
            <p:nvSpPr>
              <p:cNvPr id="78" name="TextBox 77">
                <a:extLst>
                  <a:ext uri="{FF2B5EF4-FFF2-40B4-BE49-F238E27FC236}">
                    <a16:creationId xmlns:a16="http://schemas.microsoft.com/office/drawing/2014/main" id="{85FFC984-0FD3-49DC-57D3-156E67C986CF}"/>
                  </a:ext>
                </a:extLst>
              </p:cNvPr>
              <p:cNvSpPr txBox="1"/>
              <p:nvPr/>
            </p:nvSpPr>
            <p:spPr>
              <a:xfrm>
                <a:off x="12153944" y="13134689"/>
                <a:ext cx="885179" cy="276999"/>
              </a:xfrm>
              <a:prstGeom prst="rect">
                <a:avLst/>
              </a:prstGeom>
              <a:noFill/>
            </p:spPr>
            <p:txBody>
              <a:bodyPr wrap="none" rtlCol="0">
                <a:spAutoFit/>
              </a:bodyPr>
              <a:lstStyle/>
              <a:p>
                <a:r>
                  <a:rPr lang="en-US" sz="1200" dirty="0">
                    <a:latin typeface="Sans Serif Collection" panose="020B0502040504020204" pitchFamily="34" charset="-78"/>
                    <a:ea typeface="Sans Serif Collection" panose="020B0502040504020204" pitchFamily="34" charset="-78"/>
                    <a:cs typeface="Sans Serif Collection" panose="020B0502040504020204" pitchFamily="34" charset="-78"/>
                  </a:rPr>
                  <a:t>bi-mutual</a:t>
                </a:r>
              </a:p>
            </p:txBody>
          </p:sp>
          <p:sp>
            <p:nvSpPr>
              <p:cNvPr id="86" name="TextBox 85">
                <a:extLst>
                  <a:ext uri="{FF2B5EF4-FFF2-40B4-BE49-F238E27FC236}">
                    <a16:creationId xmlns:a16="http://schemas.microsoft.com/office/drawing/2014/main" id="{7CBEFEC3-6F91-F9FC-BECE-03F8CAC11E94}"/>
                  </a:ext>
                </a:extLst>
              </p:cNvPr>
              <p:cNvSpPr txBox="1"/>
              <p:nvPr/>
            </p:nvSpPr>
            <p:spPr>
              <a:xfrm>
                <a:off x="25451087" y="13134689"/>
                <a:ext cx="1316386" cy="276999"/>
              </a:xfrm>
              <a:prstGeom prst="rect">
                <a:avLst/>
              </a:prstGeom>
              <a:noFill/>
            </p:spPr>
            <p:txBody>
              <a:bodyPr wrap="none" rtlCol="0">
                <a:spAutoFit/>
              </a:bodyPr>
              <a:lstStyle/>
              <a:p>
                <a:r>
                  <a:rPr lang="en-US" sz="1200" dirty="0">
                    <a:latin typeface="Sans Serif Collection" panose="020B0502040504020204" pitchFamily="34" charset="-78"/>
                    <a:ea typeface="Sans Serif Collection" panose="020B0502040504020204" pitchFamily="34" charset="-78"/>
                    <a:cs typeface="Sans Serif Collection" panose="020B0502040504020204" pitchFamily="34" charset="-78"/>
                  </a:rPr>
                  <a:t>mutual cascade</a:t>
                </a:r>
              </a:p>
            </p:txBody>
          </p:sp>
        </p:grpSp>
      </p:grpSp>
      <p:graphicFrame>
        <p:nvGraphicFramePr>
          <p:cNvPr id="58" name="Table 57">
            <a:extLst>
              <a:ext uri="{FF2B5EF4-FFF2-40B4-BE49-F238E27FC236}">
                <a16:creationId xmlns:a16="http://schemas.microsoft.com/office/drawing/2014/main" id="{C3526A7B-49DA-5A8A-0DAB-FAE4C8D0400F}"/>
              </a:ext>
            </a:extLst>
          </p:cNvPr>
          <p:cNvGraphicFramePr>
            <a:graphicFrameLocks noGrp="1"/>
          </p:cNvGraphicFramePr>
          <p:nvPr>
            <p:extLst>
              <p:ext uri="{D42A27DB-BD31-4B8C-83A1-F6EECF244321}">
                <p14:modId xmlns:p14="http://schemas.microsoft.com/office/powerpoint/2010/main" val="895778336"/>
              </p:ext>
            </p:extLst>
          </p:nvPr>
        </p:nvGraphicFramePr>
        <p:xfrm>
          <a:off x="28910258" y="11291851"/>
          <a:ext cx="5275637" cy="1463040"/>
        </p:xfrm>
        <a:graphic>
          <a:graphicData uri="http://schemas.openxmlformats.org/drawingml/2006/table">
            <a:tbl>
              <a:tblPr firstRow="1" bandRow="1">
                <a:tableStyleId>{5940675A-B579-460E-94D1-54222C63F5DA}</a:tableStyleId>
              </a:tblPr>
              <a:tblGrid>
                <a:gridCol w="1036551">
                  <a:extLst>
                    <a:ext uri="{9D8B030D-6E8A-4147-A177-3AD203B41FA5}">
                      <a16:colId xmlns:a16="http://schemas.microsoft.com/office/drawing/2014/main" val="2348388866"/>
                    </a:ext>
                  </a:extLst>
                </a:gridCol>
                <a:gridCol w="807416">
                  <a:extLst>
                    <a:ext uri="{9D8B030D-6E8A-4147-A177-3AD203B41FA5}">
                      <a16:colId xmlns:a16="http://schemas.microsoft.com/office/drawing/2014/main" val="2964128758"/>
                    </a:ext>
                  </a:extLst>
                </a:gridCol>
                <a:gridCol w="1715759">
                  <a:extLst>
                    <a:ext uri="{9D8B030D-6E8A-4147-A177-3AD203B41FA5}">
                      <a16:colId xmlns:a16="http://schemas.microsoft.com/office/drawing/2014/main" val="3792741971"/>
                    </a:ext>
                  </a:extLst>
                </a:gridCol>
                <a:gridCol w="1715911">
                  <a:extLst>
                    <a:ext uri="{9D8B030D-6E8A-4147-A177-3AD203B41FA5}">
                      <a16:colId xmlns:a16="http://schemas.microsoft.com/office/drawing/2014/main" val="3182888620"/>
                    </a:ext>
                  </a:extLst>
                </a:gridCol>
              </a:tblGrid>
              <a:tr h="0">
                <a:tc>
                  <a:txBody>
                    <a:bodyPr/>
                    <a:lstStyle/>
                    <a:p>
                      <a:endParaRPr lang="en-US" sz="1100" b="0" dirty="0">
                        <a:latin typeface="Sans Serif Collection" panose="020B0502040504020204" pitchFamily="34" charset="0"/>
                        <a:ea typeface="Sans Serif Collection" panose="020B0502040504020204" pitchFamily="34" charset="0"/>
                        <a:cs typeface="Sans Serif Collection" panose="020B0502040504020204" pitchFamily="34" charset="0"/>
                      </a:endParaRPr>
                    </a:p>
                    <a:p>
                      <a:r>
                        <a:rPr lang="en-US" sz="1100" b="0" dirty="0">
                          <a:latin typeface="Sans Serif Collection" panose="020B0502040504020204" pitchFamily="34" charset="0"/>
                          <a:ea typeface="Sans Serif Collection" panose="020B0502040504020204" pitchFamily="34" charset="0"/>
                          <a:cs typeface="Sans Serif Collection" panose="020B0502040504020204" pitchFamily="34" charset="0"/>
                        </a:rPr>
                        <a:t>*Best</a:t>
                      </a:r>
                    </a:p>
                  </a:txBody>
                  <a:tcPr/>
                </a:tc>
                <a:tc>
                  <a:txBody>
                    <a:bodyPr/>
                    <a:lstStyle/>
                    <a:p>
                      <a:r>
                        <a:rPr lang="en-US" sz="1100" b="0" dirty="0">
                          <a:latin typeface="Sans Serif Collection" panose="020B0502040504020204" pitchFamily="34" charset="0"/>
                          <a:ea typeface="Sans Serif Collection" panose="020B0502040504020204" pitchFamily="34" charset="0"/>
                          <a:cs typeface="Sans Serif Collection" panose="020B0502040504020204" pitchFamily="34" charset="0"/>
                        </a:rPr>
                        <a:t>Actual </a:t>
                      </a:r>
                      <a:r>
                        <a:rPr lang="en-US" sz="1100" b="0" i="1" dirty="0">
                          <a:latin typeface="Sans Serif Collection" panose="020B0502040504020204" pitchFamily="34" charset="0"/>
                          <a:ea typeface="Sans Serif Collection" panose="020B0502040504020204" pitchFamily="34" charset="0"/>
                          <a:cs typeface="Sans Serif Collection" panose="020B0502040504020204" pitchFamily="34" charset="0"/>
                        </a:rPr>
                        <a:t>W</a:t>
                      </a:r>
                    </a:p>
                  </a:txBody>
                  <a:tcPr/>
                </a:tc>
                <a:tc>
                  <a:txBody>
                    <a:bodyPr/>
                    <a:lstStyle/>
                    <a:p>
                      <a:r>
                        <a:rPr lang="en-US" sz="1100" b="0" i="1" dirty="0">
                          <a:latin typeface="Sans Serif Collection" panose="020B0502040504020204" pitchFamily="34" charset="0"/>
                          <a:ea typeface="Sans Serif Collection" panose="020B0502040504020204" pitchFamily="34" charset="0"/>
                          <a:cs typeface="Sans Serif Collection" panose="020B0502040504020204" pitchFamily="34" charset="0"/>
                        </a:rPr>
                        <a:t>W</a:t>
                      </a:r>
                      <a:r>
                        <a:rPr lang="en-US" sz="1100" b="0" dirty="0">
                          <a:latin typeface="Sans Serif Collection" panose="020B0502040504020204" pitchFamily="34" charset="0"/>
                          <a:ea typeface="Sans Serif Collection" panose="020B0502040504020204" pitchFamily="34" charset="0"/>
                          <a:cs typeface="Sans Serif Collection" panose="020B0502040504020204" pitchFamily="34" charset="0"/>
                        </a:rPr>
                        <a:t> estimates with </a:t>
                      </a:r>
                    </a:p>
                    <a:p>
                      <a:r>
                        <a:rPr lang="en-US" sz="1100" b="0" i="1" dirty="0">
                          <a:latin typeface="Sans Serif Collection" panose="020B0502040504020204" pitchFamily="34" charset="0"/>
                          <a:ea typeface="Sans Serif Collection" panose="020B0502040504020204" pitchFamily="34" charset="0"/>
                          <a:cs typeface="Sans Serif Collection" panose="020B0502040504020204" pitchFamily="34" charset="0"/>
                        </a:rPr>
                        <a:t>P</a:t>
                      </a:r>
                      <a:r>
                        <a:rPr lang="en-US" sz="1100" b="0" dirty="0">
                          <a:latin typeface="Sans Serif Collection" panose="020B0502040504020204" pitchFamily="34" charset="0"/>
                          <a:ea typeface="Sans Serif Collection" panose="020B0502040504020204" pitchFamily="34" charset="0"/>
                          <a:cs typeface="Sans Serif Collection" panose="020B0502040504020204" pitchFamily="34" charset="0"/>
                        </a:rPr>
                        <a:t> and </a:t>
                      </a:r>
                      <a:r>
                        <a:rPr lang="en-US" sz="1100" b="0" i="1" dirty="0">
                          <a:latin typeface="Sans Serif Collection" panose="020B0502040504020204" pitchFamily="34" charset="0"/>
                          <a:ea typeface="Sans Serif Collection" panose="020B0502040504020204" pitchFamily="34" charset="0"/>
                          <a:cs typeface="Sans Serif Collection" panose="020B0502040504020204" pitchFamily="34" charset="0"/>
                        </a:rPr>
                        <a:t>b</a:t>
                      </a:r>
                      <a:r>
                        <a:rPr lang="en-US" sz="1100" b="0" dirty="0">
                          <a:latin typeface="Sans Serif Collection" panose="020B0502040504020204" pitchFamily="34" charset="0"/>
                          <a:ea typeface="Sans Serif Collection" panose="020B0502040504020204" pitchFamily="34" charset="0"/>
                          <a:cs typeface="Sans Serif Collection" panose="020B0502040504020204" pitchFamily="34" charset="0"/>
                        </a:rPr>
                        <a:t> held constant</a:t>
                      </a:r>
                    </a:p>
                  </a:txBody>
                  <a:tcPr/>
                </a:tc>
                <a:tc>
                  <a:txBody>
                    <a:bodyPr/>
                    <a:lstStyle/>
                    <a:p>
                      <a:r>
                        <a:rPr lang="en-US" sz="1100" b="0" i="1" dirty="0">
                          <a:latin typeface="Sans Serif Collection" panose="020B0502040504020204" pitchFamily="34" charset="0"/>
                          <a:ea typeface="Sans Serif Collection" panose="020B0502040504020204" pitchFamily="34" charset="0"/>
                          <a:cs typeface="Sans Serif Collection" panose="020B0502040504020204" pitchFamily="34" charset="0"/>
                        </a:rPr>
                        <a:t>W</a:t>
                      </a:r>
                      <a:r>
                        <a:rPr lang="en-US" sz="1100" b="0" dirty="0">
                          <a:latin typeface="Sans Serif Collection" panose="020B0502040504020204" pitchFamily="34" charset="0"/>
                          <a:ea typeface="Sans Serif Collection" panose="020B0502040504020204" pitchFamily="34" charset="0"/>
                          <a:cs typeface="Sans Serif Collection" panose="020B0502040504020204" pitchFamily="34" charset="0"/>
                        </a:rPr>
                        <a:t> estimates when </a:t>
                      </a:r>
                      <a:r>
                        <a:rPr lang="en-US" sz="1100" b="0" i="1" dirty="0">
                          <a:latin typeface="Sans Serif Collection" panose="020B0502040504020204" pitchFamily="34" charset="0"/>
                          <a:ea typeface="Sans Serif Collection" panose="020B0502040504020204" pitchFamily="34" charset="0"/>
                          <a:cs typeface="Sans Serif Collection" panose="020B0502040504020204" pitchFamily="34" charset="0"/>
                        </a:rPr>
                        <a:t>P</a:t>
                      </a:r>
                      <a:r>
                        <a:rPr lang="en-US" sz="1100" b="0" dirty="0">
                          <a:latin typeface="Sans Serif Collection" panose="020B0502040504020204" pitchFamily="34" charset="0"/>
                          <a:ea typeface="Sans Serif Collection" panose="020B0502040504020204" pitchFamily="34" charset="0"/>
                          <a:cs typeface="Sans Serif Collection" panose="020B0502040504020204" pitchFamily="34" charset="0"/>
                        </a:rPr>
                        <a:t> and </a:t>
                      </a:r>
                      <a:r>
                        <a:rPr lang="en-US" sz="1100" b="0" i="1" dirty="0">
                          <a:latin typeface="Sans Serif Collection" panose="020B0502040504020204" pitchFamily="34" charset="0"/>
                          <a:ea typeface="Sans Serif Collection" panose="020B0502040504020204" pitchFamily="34" charset="0"/>
                          <a:cs typeface="Sans Serif Collection" panose="020B0502040504020204" pitchFamily="34" charset="0"/>
                        </a:rPr>
                        <a:t>b</a:t>
                      </a:r>
                      <a:r>
                        <a:rPr lang="en-US" sz="1100" b="0" dirty="0">
                          <a:latin typeface="Sans Serif Collection" panose="020B0502040504020204" pitchFamily="34" charset="0"/>
                          <a:ea typeface="Sans Serif Collection" panose="020B0502040504020204" pitchFamily="34" charset="0"/>
                          <a:cs typeface="Sans Serif Collection" panose="020B0502040504020204" pitchFamily="34" charset="0"/>
                        </a:rPr>
                        <a:t> also estimated</a:t>
                      </a:r>
                    </a:p>
                  </a:txBody>
                  <a:tcPr/>
                </a:tc>
                <a:extLst>
                  <a:ext uri="{0D108BD9-81ED-4DB2-BD59-A6C34878D82A}">
                    <a16:rowId xmlns:a16="http://schemas.microsoft.com/office/drawing/2014/main" val="3435138147"/>
                  </a:ext>
                </a:extLst>
              </a:tr>
              <a:tr h="250067">
                <a:tc>
                  <a:txBody>
                    <a:bodyPr/>
                    <a:lstStyle/>
                    <a:p>
                      <a:r>
                        <a:rPr lang="en-US" sz="1100" b="0" dirty="0">
                          <a:latin typeface="Sans Serif Collection" panose="020B0502040504020204" pitchFamily="34" charset="0"/>
                          <a:ea typeface="Sans Serif Collection" panose="020B0502040504020204" pitchFamily="34" charset="0"/>
                          <a:cs typeface="Sans Serif Collection" panose="020B0502040504020204" pitchFamily="34" charset="0"/>
                        </a:rPr>
                        <a:t>Weight 1</a:t>
                      </a:r>
                    </a:p>
                  </a:txBody>
                  <a:tcPr/>
                </a:tc>
                <a:tc>
                  <a:txBody>
                    <a:bodyPr/>
                    <a:lstStyle/>
                    <a:p>
                      <a:r>
                        <a:rPr lang="en-US" sz="1100" b="0" dirty="0">
                          <a:latin typeface="Sans Serif Collection" panose="020B0502040504020204" pitchFamily="34" charset="0"/>
                          <a:ea typeface="Sans Serif Collection" panose="020B0502040504020204" pitchFamily="34" charset="0"/>
                          <a:cs typeface="Sans Serif Collection" panose="020B0502040504020204" pitchFamily="34" charset="0"/>
                        </a:rPr>
                        <a:t>     -2</a:t>
                      </a:r>
                    </a:p>
                  </a:txBody>
                  <a:tcPr/>
                </a:tc>
                <a:tc>
                  <a:txBody>
                    <a:bodyPr/>
                    <a:lstStyle/>
                    <a:p>
                      <a:r>
                        <a:rPr lang="en-US" sz="1100" b="0" dirty="0">
                          <a:latin typeface="Sans Serif Collection" panose="020B0502040504020204" pitchFamily="34" charset="0"/>
                          <a:ea typeface="Sans Serif Collection" panose="020B0502040504020204" pitchFamily="34" charset="0"/>
                          <a:cs typeface="Sans Serif Collection" panose="020B0502040504020204" pitchFamily="34" charset="0"/>
                        </a:rPr>
                        <a:t>        -2.0000</a:t>
                      </a:r>
                    </a:p>
                  </a:txBody>
                  <a:tcPr/>
                </a:tc>
                <a:tc>
                  <a:txBody>
                    <a:bodyPr/>
                    <a:lstStyle/>
                    <a:p>
                      <a:r>
                        <a:rPr lang="en-US" sz="1100" b="0" dirty="0">
                          <a:latin typeface="Sans Serif Collection" panose="020B0502040504020204" pitchFamily="34" charset="0"/>
                          <a:ea typeface="Sans Serif Collection" panose="020B0502040504020204" pitchFamily="34" charset="0"/>
                          <a:cs typeface="Sans Serif Collection" panose="020B0502040504020204" pitchFamily="34" charset="0"/>
                        </a:rPr>
                        <a:t>        -1.9172</a:t>
                      </a:r>
                    </a:p>
                  </a:txBody>
                  <a:tcPr>
                    <a:solidFill>
                      <a:srgbClr val="B0E29D"/>
                    </a:solidFill>
                  </a:tcPr>
                </a:tc>
                <a:extLst>
                  <a:ext uri="{0D108BD9-81ED-4DB2-BD59-A6C34878D82A}">
                    <a16:rowId xmlns:a16="http://schemas.microsoft.com/office/drawing/2014/main" val="3841675654"/>
                  </a:ext>
                </a:extLst>
              </a:tr>
              <a:tr h="250067">
                <a:tc>
                  <a:txBody>
                    <a:bodyPr/>
                    <a:lstStyle/>
                    <a:p>
                      <a:r>
                        <a:rPr lang="en-US" sz="1100" b="0" dirty="0">
                          <a:latin typeface="Sans Serif Collection" panose="020B0502040504020204" pitchFamily="34" charset="0"/>
                          <a:ea typeface="Sans Serif Collection" panose="020B0502040504020204" pitchFamily="34" charset="0"/>
                          <a:cs typeface="Sans Serif Collection" panose="020B0502040504020204" pitchFamily="34" charset="0"/>
                        </a:rPr>
                        <a:t>Weight 2</a:t>
                      </a:r>
                    </a:p>
                  </a:txBody>
                  <a:tcPr/>
                </a:tc>
                <a:tc>
                  <a:txBody>
                    <a:bodyPr/>
                    <a:lstStyle/>
                    <a:p>
                      <a:r>
                        <a:rPr lang="en-US" sz="1100" b="0" dirty="0">
                          <a:latin typeface="Sans Serif Collection" panose="020B0502040504020204" pitchFamily="34" charset="0"/>
                          <a:ea typeface="Sans Serif Collection" panose="020B0502040504020204" pitchFamily="34" charset="0"/>
                          <a:cs typeface="Sans Serif Collection" panose="020B0502040504020204" pitchFamily="34" charset="0"/>
                        </a:rPr>
                        <a:t>     -1</a:t>
                      </a:r>
                    </a:p>
                  </a:txBody>
                  <a:tcPr/>
                </a:tc>
                <a:tc>
                  <a:txBody>
                    <a:bodyPr/>
                    <a:lstStyle/>
                    <a:p>
                      <a:r>
                        <a:rPr lang="en-US" sz="1100" b="0" dirty="0">
                          <a:latin typeface="Sans Serif Collection" panose="020B0502040504020204" pitchFamily="34" charset="0"/>
                          <a:ea typeface="Sans Serif Collection" panose="020B0502040504020204" pitchFamily="34" charset="0"/>
                          <a:cs typeface="Sans Serif Collection" panose="020B0502040504020204" pitchFamily="34" charset="0"/>
                        </a:rPr>
                        <a:t>        -1.0000</a:t>
                      </a:r>
                    </a:p>
                  </a:txBody>
                  <a:tcPr/>
                </a:tc>
                <a:tc>
                  <a:txBody>
                    <a:bodyPr/>
                    <a:lstStyle/>
                    <a:p>
                      <a:r>
                        <a:rPr lang="en-US" sz="1100" b="0" dirty="0">
                          <a:latin typeface="Sans Serif Collection" panose="020B0502040504020204" pitchFamily="34" charset="0"/>
                          <a:ea typeface="Sans Serif Collection" panose="020B0502040504020204" pitchFamily="34" charset="0"/>
                          <a:cs typeface="Sans Serif Collection" panose="020B0502040504020204" pitchFamily="34" charset="0"/>
                        </a:rPr>
                        <a:t>        -0.9030</a:t>
                      </a:r>
                    </a:p>
                  </a:txBody>
                  <a:tcPr>
                    <a:solidFill>
                      <a:srgbClr val="AFE19C"/>
                    </a:solidFill>
                  </a:tcPr>
                </a:tc>
                <a:extLst>
                  <a:ext uri="{0D108BD9-81ED-4DB2-BD59-A6C34878D82A}">
                    <a16:rowId xmlns:a16="http://schemas.microsoft.com/office/drawing/2014/main" val="1220385822"/>
                  </a:ext>
                </a:extLst>
              </a:tr>
              <a:tr h="222243">
                <a:tc>
                  <a:txBody>
                    <a:bodyPr/>
                    <a:lstStyle/>
                    <a:p>
                      <a:r>
                        <a:rPr lang="en-US" sz="1100" b="0" dirty="0">
                          <a:latin typeface="Sans Serif Collection" panose="020B0502040504020204" pitchFamily="34" charset="0"/>
                          <a:ea typeface="Sans Serif Collection" panose="020B0502040504020204" pitchFamily="34" charset="0"/>
                          <a:cs typeface="Sans Serif Collection" panose="020B0502040504020204" pitchFamily="34" charset="0"/>
                        </a:rPr>
                        <a:t>Weight 3</a:t>
                      </a:r>
                    </a:p>
                  </a:txBody>
                  <a:tcPr/>
                </a:tc>
                <a:tc>
                  <a:txBody>
                    <a:bodyPr/>
                    <a:lstStyle/>
                    <a:p>
                      <a:r>
                        <a:rPr lang="en-US" sz="1100" b="0" dirty="0">
                          <a:latin typeface="Sans Serif Collection" panose="020B0502040504020204" pitchFamily="34" charset="0"/>
                          <a:ea typeface="Sans Serif Collection" panose="020B0502040504020204" pitchFamily="34" charset="0"/>
                          <a:cs typeface="Sans Serif Collection" panose="020B0502040504020204" pitchFamily="34" charset="0"/>
                        </a:rPr>
                        <a:t>      1</a:t>
                      </a:r>
                    </a:p>
                  </a:txBody>
                  <a:tcPr/>
                </a:tc>
                <a:tc>
                  <a:txBody>
                    <a:bodyPr/>
                    <a:lstStyle/>
                    <a:p>
                      <a:r>
                        <a:rPr lang="en-US" sz="1100" b="0" dirty="0">
                          <a:latin typeface="Sans Serif Collection" panose="020B0502040504020204" pitchFamily="34" charset="0"/>
                          <a:ea typeface="Sans Serif Collection" panose="020B0502040504020204" pitchFamily="34" charset="0"/>
                          <a:cs typeface="Sans Serif Collection" panose="020B0502040504020204" pitchFamily="34" charset="0"/>
                        </a:rPr>
                        <a:t>         1.0000</a:t>
                      </a:r>
                    </a:p>
                  </a:txBody>
                  <a:tcPr/>
                </a:tc>
                <a:tc>
                  <a:txBody>
                    <a:bodyPr/>
                    <a:lstStyle/>
                    <a:p>
                      <a:r>
                        <a:rPr lang="en-US" sz="1100" b="0" dirty="0">
                          <a:latin typeface="Sans Serif Collection" panose="020B0502040504020204" pitchFamily="34" charset="0"/>
                          <a:ea typeface="Sans Serif Collection" panose="020B0502040504020204" pitchFamily="34" charset="0"/>
                          <a:cs typeface="Sans Serif Collection" panose="020B0502040504020204" pitchFamily="34" charset="0"/>
                        </a:rPr>
                        <a:t>         0.9764</a:t>
                      </a:r>
                    </a:p>
                  </a:txBody>
                  <a:tcPr>
                    <a:solidFill>
                      <a:srgbClr val="B4E5A1"/>
                    </a:solidFill>
                  </a:tcPr>
                </a:tc>
                <a:extLst>
                  <a:ext uri="{0D108BD9-81ED-4DB2-BD59-A6C34878D82A}">
                    <a16:rowId xmlns:a16="http://schemas.microsoft.com/office/drawing/2014/main" val="3492808468"/>
                  </a:ext>
                </a:extLst>
              </a:tr>
              <a:tr h="250067">
                <a:tc>
                  <a:txBody>
                    <a:bodyPr/>
                    <a:lstStyle/>
                    <a:p>
                      <a:r>
                        <a:rPr lang="en-US" sz="1100" b="0" dirty="0">
                          <a:latin typeface="Sans Serif Collection" panose="020B0502040504020204" pitchFamily="34" charset="0"/>
                          <a:ea typeface="Sans Serif Collection" panose="020B0502040504020204" pitchFamily="34" charset="0"/>
                          <a:cs typeface="Sans Serif Collection" panose="020B0502040504020204" pitchFamily="34" charset="0"/>
                        </a:rPr>
                        <a:t>Weight 4</a:t>
                      </a:r>
                    </a:p>
                  </a:txBody>
                  <a:tcPr/>
                </a:tc>
                <a:tc>
                  <a:txBody>
                    <a:bodyPr/>
                    <a:lstStyle/>
                    <a:p>
                      <a:r>
                        <a:rPr lang="en-US" sz="1100" b="0" dirty="0">
                          <a:latin typeface="Sans Serif Collection" panose="020B0502040504020204" pitchFamily="34" charset="0"/>
                          <a:ea typeface="Sans Serif Collection" panose="020B0502040504020204" pitchFamily="34" charset="0"/>
                          <a:cs typeface="Sans Serif Collection" panose="020B0502040504020204" pitchFamily="34" charset="0"/>
                        </a:rPr>
                        <a:t>      2</a:t>
                      </a:r>
                    </a:p>
                  </a:txBody>
                  <a:tcPr/>
                </a:tc>
                <a:tc>
                  <a:txBody>
                    <a:bodyPr/>
                    <a:lstStyle/>
                    <a:p>
                      <a:r>
                        <a:rPr lang="en-US" sz="1100" b="0" dirty="0">
                          <a:latin typeface="Sans Serif Collection" panose="020B0502040504020204" pitchFamily="34" charset="0"/>
                          <a:ea typeface="Sans Serif Collection" panose="020B0502040504020204" pitchFamily="34" charset="0"/>
                          <a:cs typeface="Sans Serif Collection" panose="020B0502040504020204" pitchFamily="34" charset="0"/>
                        </a:rPr>
                        <a:t>         2.0000</a:t>
                      </a:r>
                    </a:p>
                  </a:txBody>
                  <a:tcPr/>
                </a:tc>
                <a:tc>
                  <a:txBody>
                    <a:bodyPr/>
                    <a:lstStyle/>
                    <a:p>
                      <a:r>
                        <a:rPr lang="en-US" sz="1100" b="0" dirty="0">
                          <a:latin typeface="Sans Serif Collection" panose="020B0502040504020204" pitchFamily="34" charset="0"/>
                          <a:ea typeface="Sans Serif Collection" panose="020B0502040504020204" pitchFamily="34" charset="0"/>
                          <a:cs typeface="Sans Serif Collection" panose="020B0502040504020204" pitchFamily="34" charset="0"/>
                        </a:rPr>
                        <a:t>         1.9388</a:t>
                      </a:r>
                    </a:p>
                  </a:txBody>
                  <a:tcPr>
                    <a:solidFill>
                      <a:srgbClr val="B2E39E"/>
                    </a:solidFill>
                  </a:tcPr>
                </a:tc>
                <a:extLst>
                  <a:ext uri="{0D108BD9-81ED-4DB2-BD59-A6C34878D82A}">
                    <a16:rowId xmlns:a16="http://schemas.microsoft.com/office/drawing/2014/main" val="3167986225"/>
                  </a:ext>
                </a:extLst>
              </a:tr>
            </a:tbl>
          </a:graphicData>
        </a:graphic>
      </p:graphicFrame>
      <p:sp>
        <p:nvSpPr>
          <p:cNvPr id="73" name="TextBox 72">
            <a:extLst>
              <a:ext uri="{FF2B5EF4-FFF2-40B4-BE49-F238E27FC236}">
                <a16:creationId xmlns:a16="http://schemas.microsoft.com/office/drawing/2014/main" id="{1F2701A9-109D-2651-D11D-6D3FDF65F874}"/>
              </a:ext>
            </a:extLst>
          </p:cNvPr>
          <p:cNvSpPr txBox="1"/>
          <p:nvPr/>
        </p:nvSpPr>
        <p:spPr>
          <a:xfrm>
            <a:off x="35840624" y="8795671"/>
            <a:ext cx="6947897" cy="461665"/>
          </a:xfrm>
          <a:prstGeom prst="rect">
            <a:avLst/>
          </a:prstGeom>
          <a:noFill/>
        </p:spPr>
        <p:txBody>
          <a:bodyPr wrap="square" rtlCol="0">
            <a:spAutoFit/>
          </a:bodyPr>
          <a:lstStyle/>
          <a:p>
            <a:pPr algn="ctr"/>
            <a:r>
              <a:rPr lang="en-US" sz="2400" u="sng" dirty="0">
                <a:latin typeface="Sans Serif Collection" panose="020B0502040504020204" pitchFamily="34" charset="0"/>
                <a:ea typeface="Sans Serif Collection" panose="020B0502040504020204" pitchFamily="34" charset="0"/>
                <a:cs typeface="Sans Serif Collection" panose="020B0502040504020204" pitchFamily="34" charset="0"/>
              </a:rPr>
              <a:t>Network Originally Ranked 7</a:t>
            </a:r>
            <a:r>
              <a:rPr lang="en-US" sz="2400" u="sng" baseline="30000" dirty="0">
                <a:latin typeface="Sans Serif Collection" panose="020B0502040504020204" pitchFamily="34" charset="0"/>
                <a:ea typeface="Sans Serif Collection" panose="020B0502040504020204" pitchFamily="34" charset="0"/>
                <a:cs typeface="Sans Serif Collection" panose="020B0502040504020204" pitchFamily="34" charset="0"/>
              </a:rPr>
              <a:t>th</a:t>
            </a:r>
          </a:p>
        </p:txBody>
      </p:sp>
      <p:graphicFrame>
        <p:nvGraphicFramePr>
          <p:cNvPr id="74" name="Table 73">
            <a:extLst>
              <a:ext uri="{FF2B5EF4-FFF2-40B4-BE49-F238E27FC236}">
                <a16:creationId xmlns:a16="http://schemas.microsoft.com/office/drawing/2014/main" id="{D214E707-C351-F1B9-0968-0942E18F42E3}"/>
              </a:ext>
            </a:extLst>
          </p:cNvPr>
          <p:cNvGraphicFramePr>
            <a:graphicFrameLocks noGrp="1"/>
          </p:cNvGraphicFramePr>
          <p:nvPr>
            <p:extLst>
              <p:ext uri="{D42A27DB-BD31-4B8C-83A1-F6EECF244321}">
                <p14:modId xmlns:p14="http://schemas.microsoft.com/office/powerpoint/2010/main" val="525821064"/>
              </p:ext>
            </p:extLst>
          </p:nvPr>
        </p:nvGraphicFramePr>
        <p:xfrm>
          <a:off x="28910258" y="12947427"/>
          <a:ext cx="5275637" cy="1463040"/>
        </p:xfrm>
        <a:graphic>
          <a:graphicData uri="http://schemas.openxmlformats.org/drawingml/2006/table">
            <a:tbl>
              <a:tblPr firstRow="1" bandRow="1">
                <a:tableStyleId>{5940675A-B579-460E-94D1-54222C63F5DA}</a:tableStyleId>
              </a:tblPr>
              <a:tblGrid>
                <a:gridCol w="1036551">
                  <a:extLst>
                    <a:ext uri="{9D8B030D-6E8A-4147-A177-3AD203B41FA5}">
                      <a16:colId xmlns:a16="http://schemas.microsoft.com/office/drawing/2014/main" val="2348388866"/>
                    </a:ext>
                  </a:extLst>
                </a:gridCol>
                <a:gridCol w="807416">
                  <a:extLst>
                    <a:ext uri="{9D8B030D-6E8A-4147-A177-3AD203B41FA5}">
                      <a16:colId xmlns:a16="http://schemas.microsoft.com/office/drawing/2014/main" val="2964128758"/>
                    </a:ext>
                  </a:extLst>
                </a:gridCol>
                <a:gridCol w="1715759">
                  <a:extLst>
                    <a:ext uri="{9D8B030D-6E8A-4147-A177-3AD203B41FA5}">
                      <a16:colId xmlns:a16="http://schemas.microsoft.com/office/drawing/2014/main" val="3792741971"/>
                    </a:ext>
                  </a:extLst>
                </a:gridCol>
                <a:gridCol w="1715911">
                  <a:extLst>
                    <a:ext uri="{9D8B030D-6E8A-4147-A177-3AD203B41FA5}">
                      <a16:colId xmlns:a16="http://schemas.microsoft.com/office/drawing/2014/main" val="3182888620"/>
                    </a:ext>
                  </a:extLst>
                </a:gridCol>
              </a:tblGrid>
              <a:tr h="0">
                <a:tc>
                  <a:txBody>
                    <a:bodyPr/>
                    <a:lstStyle/>
                    <a:p>
                      <a:endParaRPr lang="en-US" sz="1100" b="0">
                        <a:latin typeface="Sans Serif Collection" panose="020B0502040504020204" pitchFamily="34" charset="0"/>
                        <a:ea typeface="Sans Serif Collection" panose="020B0502040504020204" pitchFamily="34" charset="0"/>
                        <a:cs typeface="Sans Serif Collection" panose="020B0502040504020204" pitchFamily="34" charset="0"/>
                      </a:endParaRPr>
                    </a:p>
                    <a:p>
                      <a:r>
                        <a:rPr lang="en-US" sz="1100" b="0" baseline="30000">
                          <a:latin typeface="Sans Serif Collection" panose="020B0502040504020204" pitchFamily="34" charset="0"/>
                          <a:ea typeface="Sans Serif Collection" panose="020B0502040504020204" pitchFamily="34" charset="0"/>
                          <a:cs typeface="Sans Serif Collection" panose="020B0502040504020204" pitchFamily="34" charset="0"/>
                        </a:rPr>
                        <a:t>#</a:t>
                      </a:r>
                      <a:r>
                        <a:rPr lang="en-US" sz="1100" b="0">
                          <a:latin typeface="Sans Serif Collection" panose="020B0502040504020204" pitchFamily="34" charset="0"/>
                          <a:ea typeface="Sans Serif Collection" panose="020B0502040504020204" pitchFamily="34" charset="0"/>
                          <a:cs typeface="Sans Serif Collection" panose="020B0502040504020204" pitchFamily="34" charset="0"/>
                        </a:rPr>
                        <a:t>Worst</a:t>
                      </a:r>
                      <a:endParaRPr lang="en-US" sz="1100" b="0" dirty="0">
                        <a:latin typeface="Sans Serif Collection" panose="020B0502040504020204" pitchFamily="34" charset="0"/>
                        <a:ea typeface="Sans Serif Collection" panose="020B0502040504020204" pitchFamily="34" charset="0"/>
                        <a:cs typeface="Sans Serif Collection" panose="020B0502040504020204" pitchFamily="34" charset="0"/>
                      </a:endParaRPr>
                    </a:p>
                  </a:txBody>
                  <a:tcPr/>
                </a:tc>
                <a:tc>
                  <a:txBody>
                    <a:bodyPr/>
                    <a:lstStyle/>
                    <a:p>
                      <a:r>
                        <a:rPr lang="en-US" sz="1100" b="0" dirty="0">
                          <a:latin typeface="Sans Serif Collection" panose="020B0502040504020204" pitchFamily="34" charset="0"/>
                          <a:ea typeface="Sans Serif Collection" panose="020B0502040504020204" pitchFamily="34" charset="0"/>
                          <a:cs typeface="Sans Serif Collection" panose="020B0502040504020204" pitchFamily="34" charset="0"/>
                        </a:rPr>
                        <a:t>Actual </a:t>
                      </a:r>
                      <a:r>
                        <a:rPr lang="en-US" sz="1100" b="0" i="1" dirty="0">
                          <a:latin typeface="Sans Serif Collection" panose="020B0502040504020204" pitchFamily="34" charset="0"/>
                          <a:ea typeface="Sans Serif Collection" panose="020B0502040504020204" pitchFamily="34" charset="0"/>
                          <a:cs typeface="Sans Serif Collection" panose="020B0502040504020204" pitchFamily="34" charset="0"/>
                        </a:rPr>
                        <a:t>W</a:t>
                      </a:r>
                    </a:p>
                  </a:txBody>
                  <a:tcPr/>
                </a:tc>
                <a:tc>
                  <a:txBody>
                    <a:bodyPr/>
                    <a:lstStyle/>
                    <a:p>
                      <a:r>
                        <a:rPr lang="en-US" sz="1100" b="0" i="1" dirty="0">
                          <a:latin typeface="Sans Serif Collection" panose="020B0502040504020204" pitchFamily="34" charset="0"/>
                          <a:ea typeface="Sans Serif Collection" panose="020B0502040504020204" pitchFamily="34" charset="0"/>
                          <a:cs typeface="Sans Serif Collection" panose="020B0502040504020204" pitchFamily="34" charset="0"/>
                        </a:rPr>
                        <a:t>W</a:t>
                      </a:r>
                      <a:r>
                        <a:rPr lang="en-US" sz="1100" b="0" dirty="0">
                          <a:latin typeface="Sans Serif Collection" panose="020B0502040504020204" pitchFamily="34" charset="0"/>
                          <a:ea typeface="Sans Serif Collection" panose="020B0502040504020204" pitchFamily="34" charset="0"/>
                          <a:cs typeface="Sans Serif Collection" panose="020B0502040504020204" pitchFamily="34" charset="0"/>
                        </a:rPr>
                        <a:t> estimates with </a:t>
                      </a:r>
                    </a:p>
                    <a:p>
                      <a:r>
                        <a:rPr lang="en-US" sz="1100" b="0" i="1" dirty="0">
                          <a:latin typeface="Sans Serif Collection" panose="020B0502040504020204" pitchFamily="34" charset="0"/>
                          <a:ea typeface="Sans Serif Collection" panose="020B0502040504020204" pitchFamily="34" charset="0"/>
                          <a:cs typeface="Sans Serif Collection" panose="020B0502040504020204" pitchFamily="34" charset="0"/>
                        </a:rPr>
                        <a:t>P</a:t>
                      </a:r>
                      <a:r>
                        <a:rPr lang="en-US" sz="1100" b="0" dirty="0">
                          <a:latin typeface="Sans Serif Collection" panose="020B0502040504020204" pitchFamily="34" charset="0"/>
                          <a:ea typeface="Sans Serif Collection" panose="020B0502040504020204" pitchFamily="34" charset="0"/>
                          <a:cs typeface="Sans Serif Collection" panose="020B0502040504020204" pitchFamily="34" charset="0"/>
                        </a:rPr>
                        <a:t> and </a:t>
                      </a:r>
                      <a:r>
                        <a:rPr lang="en-US" sz="1100" b="0" i="1" dirty="0">
                          <a:latin typeface="Sans Serif Collection" panose="020B0502040504020204" pitchFamily="34" charset="0"/>
                          <a:ea typeface="Sans Serif Collection" panose="020B0502040504020204" pitchFamily="34" charset="0"/>
                          <a:cs typeface="Sans Serif Collection" panose="020B0502040504020204" pitchFamily="34" charset="0"/>
                        </a:rPr>
                        <a:t>b</a:t>
                      </a:r>
                      <a:r>
                        <a:rPr lang="en-US" sz="1100" b="0" dirty="0">
                          <a:latin typeface="Sans Serif Collection" panose="020B0502040504020204" pitchFamily="34" charset="0"/>
                          <a:ea typeface="Sans Serif Collection" panose="020B0502040504020204" pitchFamily="34" charset="0"/>
                          <a:cs typeface="Sans Serif Collection" panose="020B0502040504020204" pitchFamily="34" charset="0"/>
                        </a:rPr>
                        <a:t> held constant</a:t>
                      </a:r>
                    </a:p>
                  </a:txBody>
                  <a:tcPr/>
                </a:tc>
                <a:tc>
                  <a:txBody>
                    <a:bodyPr/>
                    <a:lstStyle/>
                    <a:p>
                      <a:r>
                        <a:rPr lang="en-US" sz="1100" b="0" i="1" dirty="0">
                          <a:latin typeface="Sans Serif Collection" panose="020B0502040504020204" pitchFamily="34" charset="0"/>
                          <a:ea typeface="Sans Serif Collection" panose="020B0502040504020204" pitchFamily="34" charset="0"/>
                          <a:cs typeface="Sans Serif Collection" panose="020B0502040504020204" pitchFamily="34" charset="0"/>
                        </a:rPr>
                        <a:t>W</a:t>
                      </a:r>
                      <a:r>
                        <a:rPr lang="en-US" sz="1100" b="0" dirty="0">
                          <a:latin typeface="Sans Serif Collection" panose="020B0502040504020204" pitchFamily="34" charset="0"/>
                          <a:ea typeface="Sans Serif Collection" panose="020B0502040504020204" pitchFamily="34" charset="0"/>
                          <a:cs typeface="Sans Serif Collection" panose="020B0502040504020204" pitchFamily="34" charset="0"/>
                        </a:rPr>
                        <a:t> estimates when </a:t>
                      </a:r>
                      <a:r>
                        <a:rPr lang="en-US" sz="1100" b="0" i="1" dirty="0">
                          <a:latin typeface="Sans Serif Collection" panose="020B0502040504020204" pitchFamily="34" charset="0"/>
                          <a:ea typeface="Sans Serif Collection" panose="020B0502040504020204" pitchFamily="34" charset="0"/>
                          <a:cs typeface="Sans Serif Collection" panose="020B0502040504020204" pitchFamily="34" charset="0"/>
                        </a:rPr>
                        <a:t>P</a:t>
                      </a:r>
                      <a:r>
                        <a:rPr lang="en-US" sz="1100" b="0" dirty="0">
                          <a:latin typeface="Sans Serif Collection" panose="020B0502040504020204" pitchFamily="34" charset="0"/>
                          <a:ea typeface="Sans Serif Collection" panose="020B0502040504020204" pitchFamily="34" charset="0"/>
                          <a:cs typeface="Sans Serif Collection" panose="020B0502040504020204" pitchFamily="34" charset="0"/>
                        </a:rPr>
                        <a:t> and </a:t>
                      </a:r>
                      <a:r>
                        <a:rPr lang="en-US" sz="1100" b="0" i="1" dirty="0">
                          <a:latin typeface="Sans Serif Collection" panose="020B0502040504020204" pitchFamily="34" charset="0"/>
                          <a:ea typeface="Sans Serif Collection" panose="020B0502040504020204" pitchFamily="34" charset="0"/>
                          <a:cs typeface="Sans Serif Collection" panose="020B0502040504020204" pitchFamily="34" charset="0"/>
                        </a:rPr>
                        <a:t>b</a:t>
                      </a:r>
                      <a:r>
                        <a:rPr lang="en-US" sz="1100" b="0" dirty="0">
                          <a:latin typeface="Sans Serif Collection" panose="020B0502040504020204" pitchFamily="34" charset="0"/>
                          <a:ea typeface="Sans Serif Collection" panose="020B0502040504020204" pitchFamily="34" charset="0"/>
                          <a:cs typeface="Sans Serif Collection" panose="020B0502040504020204" pitchFamily="34" charset="0"/>
                        </a:rPr>
                        <a:t> also estimated</a:t>
                      </a:r>
                    </a:p>
                  </a:txBody>
                  <a:tcPr/>
                </a:tc>
                <a:extLst>
                  <a:ext uri="{0D108BD9-81ED-4DB2-BD59-A6C34878D82A}">
                    <a16:rowId xmlns:a16="http://schemas.microsoft.com/office/drawing/2014/main" val="3435138147"/>
                  </a:ext>
                </a:extLst>
              </a:tr>
              <a:tr h="250067">
                <a:tc>
                  <a:txBody>
                    <a:bodyPr/>
                    <a:lstStyle/>
                    <a:p>
                      <a:r>
                        <a:rPr lang="en-US" sz="1100" b="0">
                          <a:latin typeface="Sans Serif Collection" panose="020B0502040504020204" pitchFamily="34" charset="0"/>
                          <a:ea typeface="Sans Serif Collection" panose="020B0502040504020204" pitchFamily="34" charset="0"/>
                          <a:cs typeface="Sans Serif Collection" panose="020B0502040504020204" pitchFamily="34" charset="0"/>
                        </a:rPr>
                        <a:t>Weight 1</a:t>
                      </a:r>
                      <a:endParaRPr lang="en-US" sz="1100" b="0" dirty="0">
                        <a:latin typeface="Sans Serif Collection" panose="020B0502040504020204" pitchFamily="34" charset="0"/>
                        <a:ea typeface="Sans Serif Collection" panose="020B0502040504020204" pitchFamily="34" charset="0"/>
                        <a:cs typeface="Sans Serif Collection" panose="020B0502040504020204" pitchFamily="34" charset="0"/>
                      </a:endParaRPr>
                    </a:p>
                  </a:txBody>
                  <a:tcPr/>
                </a:tc>
                <a:tc>
                  <a:txBody>
                    <a:bodyPr/>
                    <a:lstStyle/>
                    <a:p>
                      <a:r>
                        <a:rPr lang="en-US" sz="1100" b="0">
                          <a:latin typeface="Sans Serif Collection" panose="020B0502040504020204" pitchFamily="34" charset="0"/>
                          <a:ea typeface="Sans Serif Collection" panose="020B0502040504020204" pitchFamily="34" charset="0"/>
                          <a:cs typeface="Sans Serif Collection" panose="020B0502040504020204" pitchFamily="34" charset="0"/>
                        </a:rPr>
                        <a:t>      1</a:t>
                      </a:r>
                      <a:endParaRPr lang="en-US" sz="1100" b="0" dirty="0">
                        <a:latin typeface="Sans Serif Collection" panose="020B0502040504020204" pitchFamily="34" charset="0"/>
                        <a:ea typeface="Sans Serif Collection" panose="020B0502040504020204" pitchFamily="34" charset="0"/>
                        <a:cs typeface="Sans Serif Collection" panose="020B0502040504020204" pitchFamily="34" charset="0"/>
                      </a:endParaRPr>
                    </a:p>
                  </a:txBody>
                  <a:tcPr/>
                </a:tc>
                <a:tc>
                  <a:txBody>
                    <a:bodyPr/>
                    <a:lstStyle/>
                    <a:p>
                      <a:r>
                        <a:rPr lang="en-US" sz="1100" b="0">
                          <a:latin typeface="Sans Serif Collection" panose="020B0502040504020204" pitchFamily="34" charset="0"/>
                          <a:ea typeface="Sans Serif Collection" panose="020B0502040504020204" pitchFamily="34" charset="0"/>
                          <a:cs typeface="Sans Serif Collection" panose="020B0502040504020204" pitchFamily="34" charset="0"/>
                        </a:rPr>
                        <a:t>         1.0000</a:t>
                      </a:r>
                      <a:endParaRPr lang="en-US" sz="1100" b="0" dirty="0">
                        <a:latin typeface="Sans Serif Collection" panose="020B0502040504020204" pitchFamily="34" charset="0"/>
                        <a:ea typeface="Sans Serif Collection" panose="020B0502040504020204" pitchFamily="34" charset="0"/>
                        <a:cs typeface="Sans Serif Collection" panose="020B0502040504020204" pitchFamily="34" charset="0"/>
                      </a:endParaRPr>
                    </a:p>
                  </a:txBody>
                  <a:tcPr/>
                </a:tc>
                <a:tc>
                  <a:txBody>
                    <a:bodyPr/>
                    <a:lstStyle/>
                    <a:p>
                      <a:r>
                        <a:rPr lang="en-US" sz="1100" b="0" dirty="0">
                          <a:latin typeface="Sans Serif Collection" panose="020B0502040504020204" pitchFamily="34" charset="0"/>
                          <a:ea typeface="Sans Serif Collection" panose="020B0502040504020204" pitchFamily="34" charset="0"/>
                          <a:cs typeface="Sans Serif Collection" panose="020B0502040504020204" pitchFamily="34" charset="0"/>
                        </a:rPr>
                        <a:t>         0.4924</a:t>
                      </a:r>
                    </a:p>
                  </a:txBody>
                  <a:tcPr>
                    <a:solidFill>
                      <a:srgbClr val="95CA80"/>
                    </a:solidFill>
                  </a:tcPr>
                </a:tc>
                <a:extLst>
                  <a:ext uri="{0D108BD9-81ED-4DB2-BD59-A6C34878D82A}">
                    <a16:rowId xmlns:a16="http://schemas.microsoft.com/office/drawing/2014/main" val="3841675654"/>
                  </a:ext>
                </a:extLst>
              </a:tr>
              <a:tr h="250067">
                <a:tc>
                  <a:txBody>
                    <a:bodyPr/>
                    <a:lstStyle/>
                    <a:p>
                      <a:r>
                        <a:rPr lang="en-US" sz="1100" b="0">
                          <a:latin typeface="Sans Serif Collection" panose="020B0502040504020204" pitchFamily="34" charset="0"/>
                          <a:ea typeface="Sans Serif Collection" panose="020B0502040504020204" pitchFamily="34" charset="0"/>
                          <a:cs typeface="Sans Serif Collection" panose="020B0502040504020204" pitchFamily="34" charset="0"/>
                        </a:rPr>
                        <a:t>Weight 2</a:t>
                      </a:r>
                      <a:endParaRPr lang="en-US" sz="1100" b="0" dirty="0">
                        <a:latin typeface="Sans Serif Collection" panose="020B0502040504020204" pitchFamily="34" charset="0"/>
                        <a:ea typeface="Sans Serif Collection" panose="020B0502040504020204" pitchFamily="34" charset="0"/>
                        <a:cs typeface="Sans Serif Collection" panose="020B0502040504020204" pitchFamily="34" charset="0"/>
                      </a:endParaRPr>
                    </a:p>
                  </a:txBody>
                  <a:tcPr/>
                </a:tc>
                <a:tc>
                  <a:txBody>
                    <a:bodyPr/>
                    <a:lstStyle/>
                    <a:p>
                      <a:r>
                        <a:rPr lang="en-US" sz="1100" b="0">
                          <a:latin typeface="Sans Serif Collection" panose="020B0502040504020204" pitchFamily="34" charset="0"/>
                          <a:ea typeface="Sans Serif Collection" panose="020B0502040504020204" pitchFamily="34" charset="0"/>
                          <a:cs typeface="Sans Serif Collection" panose="020B0502040504020204" pitchFamily="34" charset="0"/>
                        </a:rPr>
                        <a:t>     -1</a:t>
                      </a:r>
                      <a:endParaRPr lang="en-US" sz="1100" b="0" dirty="0">
                        <a:latin typeface="Sans Serif Collection" panose="020B0502040504020204" pitchFamily="34" charset="0"/>
                        <a:ea typeface="Sans Serif Collection" panose="020B0502040504020204" pitchFamily="34" charset="0"/>
                        <a:cs typeface="Sans Serif Collection" panose="020B0502040504020204" pitchFamily="34" charset="0"/>
                      </a:endParaRPr>
                    </a:p>
                  </a:txBody>
                  <a:tcPr/>
                </a:tc>
                <a:tc>
                  <a:txBody>
                    <a:bodyPr/>
                    <a:lstStyle/>
                    <a:p>
                      <a:r>
                        <a:rPr lang="en-US" sz="1100" b="0">
                          <a:latin typeface="Sans Serif Collection" panose="020B0502040504020204" pitchFamily="34" charset="0"/>
                          <a:ea typeface="Sans Serif Collection" panose="020B0502040504020204" pitchFamily="34" charset="0"/>
                          <a:cs typeface="Sans Serif Collection" panose="020B0502040504020204" pitchFamily="34" charset="0"/>
                        </a:rPr>
                        <a:t>        -1.0000</a:t>
                      </a:r>
                      <a:endParaRPr lang="en-US" sz="1100" b="0" dirty="0">
                        <a:latin typeface="Sans Serif Collection" panose="020B0502040504020204" pitchFamily="34" charset="0"/>
                        <a:ea typeface="Sans Serif Collection" panose="020B0502040504020204" pitchFamily="34" charset="0"/>
                        <a:cs typeface="Sans Serif Collection" panose="020B0502040504020204" pitchFamily="34" charset="0"/>
                      </a:endParaRPr>
                    </a:p>
                  </a:txBody>
                  <a:tcPr/>
                </a:tc>
                <a:tc>
                  <a:txBody>
                    <a:bodyPr/>
                    <a:lstStyle/>
                    <a:p>
                      <a:r>
                        <a:rPr lang="en-US" sz="1100" b="0" dirty="0">
                          <a:latin typeface="Sans Serif Collection" panose="020B0502040504020204" pitchFamily="34" charset="0"/>
                          <a:ea typeface="Sans Serif Collection" panose="020B0502040504020204" pitchFamily="34" charset="0"/>
                          <a:cs typeface="Sans Serif Collection" panose="020B0502040504020204" pitchFamily="34" charset="0"/>
                        </a:rPr>
                        <a:t>        -0.7337</a:t>
                      </a:r>
                    </a:p>
                  </a:txBody>
                  <a:tcPr>
                    <a:solidFill>
                      <a:srgbClr val="A4D890"/>
                    </a:solidFill>
                  </a:tcPr>
                </a:tc>
                <a:extLst>
                  <a:ext uri="{0D108BD9-81ED-4DB2-BD59-A6C34878D82A}">
                    <a16:rowId xmlns:a16="http://schemas.microsoft.com/office/drawing/2014/main" val="1220385822"/>
                  </a:ext>
                </a:extLst>
              </a:tr>
              <a:tr h="250067">
                <a:tc>
                  <a:txBody>
                    <a:bodyPr/>
                    <a:lstStyle/>
                    <a:p>
                      <a:r>
                        <a:rPr lang="en-US" sz="1100" b="0">
                          <a:latin typeface="Sans Serif Collection" panose="020B0502040504020204" pitchFamily="34" charset="0"/>
                          <a:ea typeface="Sans Serif Collection" panose="020B0502040504020204" pitchFamily="34" charset="0"/>
                          <a:cs typeface="Sans Serif Collection" panose="020B0502040504020204" pitchFamily="34" charset="0"/>
                        </a:rPr>
                        <a:t>Weight 3</a:t>
                      </a:r>
                      <a:endParaRPr lang="en-US" sz="1100" b="0" dirty="0">
                        <a:latin typeface="Sans Serif Collection" panose="020B0502040504020204" pitchFamily="34" charset="0"/>
                        <a:ea typeface="Sans Serif Collection" panose="020B0502040504020204" pitchFamily="34" charset="0"/>
                        <a:cs typeface="Sans Serif Collection" panose="020B0502040504020204" pitchFamily="34" charset="0"/>
                      </a:endParaRPr>
                    </a:p>
                  </a:txBody>
                  <a:tcPr/>
                </a:tc>
                <a:tc>
                  <a:txBody>
                    <a:bodyPr/>
                    <a:lstStyle/>
                    <a:p>
                      <a:r>
                        <a:rPr lang="en-US" sz="1100" b="0">
                          <a:latin typeface="Sans Serif Collection" panose="020B0502040504020204" pitchFamily="34" charset="0"/>
                          <a:ea typeface="Sans Serif Collection" panose="020B0502040504020204" pitchFamily="34" charset="0"/>
                          <a:cs typeface="Sans Serif Collection" panose="020B0502040504020204" pitchFamily="34" charset="0"/>
                        </a:rPr>
                        <a:t>     -2</a:t>
                      </a:r>
                      <a:endParaRPr lang="en-US" sz="1100" b="0" dirty="0">
                        <a:latin typeface="Sans Serif Collection" panose="020B0502040504020204" pitchFamily="34" charset="0"/>
                        <a:ea typeface="Sans Serif Collection" panose="020B0502040504020204" pitchFamily="34" charset="0"/>
                        <a:cs typeface="Sans Serif Collection" panose="020B0502040504020204" pitchFamily="34" charset="0"/>
                      </a:endParaRPr>
                    </a:p>
                  </a:txBody>
                  <a:tcPr/>
                </a:tc>
                <a:tc>
                  <a:txBody>
                    <a:bodyPr/>
                    <a:lstStyle/>
                    <a:p>
                      <a:r>
                        <a:rPr lang="en-US" sz="1100" b="0" dirty="0">
                          <a:latin typeface="Sans Serif Collection" panose="020B0502040504020204" pitchFamily="34" charset="0"/>
                          <a:ea typeface="Sans Serif Collection" panose="020B0502040504020204" pitchFamily="34" charset="0"/>
                          <a:cs typeface="Sans Serif Collection" panose="020B0502040504020204" pitchFamily="34" charset="0"/>
                        </a:rPr>
                        <a:t>        -1.9999</a:t>
                      </a:r>
                    </a:p>
                  </a:txBody>
                  <a:tcPr>
                    <a:solidFill>
                      <a:srgbClr val="DAF3D1"/>
                    </a:solidFill>
                  </a:tcPr>
                </a:tc>
                <a:tc>
                  <a:txBody>
                    <a:bodyPr/>
                    <a:lstStyle/>
                    <a:p>
                      <a:r>
                        <a:rPr lang="en-US" sz="1100" b="0" dirty="0">
                          <a:latin typeface="Sans Serif Collection" panose="020B0502040504020204" pitchFamily="34" charset="0"/>
                          <a:ea typeface="Sans Serif Collection" panose="020B0502040504020204" pitchFamily="34" charset="0"/>
                          <a:cs typeface="Sans Serif Collection" panose="020B0502040504020204" pitchFamily="34" charset="0"/>
                        </a:rPr>
                        <a:t>        -2.8069</a:t>
                      </a:r>
                    </a:p>
                  </a:txBody>
                  <a:tcPr>
                    <a:solidFill>
                      <a:srgbClr val="81B96B"/>
                    </a:solidFill>
                  </a:tcPr>
                </a:tc>
                <a:extLst>
                  <a:ext uri="{0D108BD9-81ED-4DB2-BD59-A6C34878D82A}">
                    <a16:rowId xmlns:a16="http://schemas.microsoft.com/office/drawing/2014/main" val="3492808468"/>
                  </a:ext>
                </a:extLst>
              </a:tr>
              <a:tr h="250067">
                <a:tc>
                  <a:txBody>
                    <a:bodyPr/>
                    <a:lstStyle/>
                    <a:p>
                      <a:r>
                        <a:rPr lang="en-US" sz="1100" b="0">
                          <a:latin typeface="Sans Serif Collection" panose="020B0502040504020204" pitchFamily="34" charset="0"/>
                          <a:ea typeface="Sans Serif Collection" panose="020B0502040504020204" pitchFamily="34" charset="0"/>
                          <a:cs typeface="Sans Serif Collection" panose="020B0502040504020204" pitchFamily="34" charset="0"/>
                        </a:rPr>
                        <a:t>Weight 4</a:t>
                      </a:r>
                      <a:endParaRPr lang="en-US" sz="1100" b="0" dirty="0">
                        <a:latin typeface="Sans Serif Collection" panose="020B0502040504020204" pitchFamily="34" charset="0"/>
                        <a:ea typeface="Sans Serif Collection" panose="020B0502040504020204" pitchFamily="34" charset="0"/>
                        <a:cs typeface="Sans Serif Collection" panose="020B0502040504020204" pitchFamily="34" charset="0"/>
                      </a:endParaRPr>
                    </a:p>
                  </a:txBody>
                  <a:tcPr/>
                </a:tc>
                <a:tc>
                  <a:txBody>
                    <a:bodyPr/>
                    <a:lstStyle/>
                    <a:p>
                      <a:r>
                        <a:rPr lang="en-US" sz="1100" b="0">
                          <a:latin typeface="Sans Serif Collection" panose="020B0502040504020204" pitchFamily="34" charset="0"/>
                          <a:ea typeface="Sans Serif Collection" panose="020B0502040504020204" pitchFamily="34" charset="0"/>
                          <a:cs typeface="Sans Serif Collection" panose="020B0502040504020204" pitchFamily="34" charset="0"/>
                        </a:rPr>
                        <a:t>      2</a:t>
                      </a:r>
                      <a:endParaRPr lang="en-US" sz="1100" b="0" dirty="0">
                        <a:latin typeface="Sans Serif Collection" panose="020B0502040504020204" pitchFamily="34" charset="0"/>
                        <a:ea typeface="Sans Serif Collection" panose="020B0502040504020204" pitchFamily="34" charset="0"/>
                        <a:cs typeface="Sans Serif Collection" panose="020B0502040504020204" pitchFamily="34" charset="0"/>
                      </a:endParaRPr>
                    </a:p>
                  </a:txBody>
                  <a:tcPr/>
                </a:tc>
                <a:tc>
                  <a:txBody>
                    <a:bodyPr/>
                    <a:lstStyle/>
                    <a:p>
                      <a:r>
                        <a:rPr lang="en-US" sz="1100" b="0" dirty="0">
                          <a:latin typeface="Sans Serif Collection" panose="020B0502040504020204" pitchFamily="34" charset="0"/>
                          <a:ea typeface="Sans Serif Collection" panose="020B0502040504020204" pitchFamily="34" charset="0"/>
                          <a:cs typeface="Sans Serif Collection" panose="020B0502040504020204" pitchFamily="34" charset="0"/>
                        </a:rPr>
                        <a:t>         1.9997</a:t>
                      </a:r>
                    </a:p>
                  </a:txBody>
                  <a:tcPr>
                    <a:solidFill>
                      <a:srgbClr val="B5E6A2"/>
                    </a:solidFill>
                  </a:tcPr>
                </a:tc>
                <a:tc>
                  <a:txBody>
                    <a:bodyPr/>
                    <a:lstStyle/>
                    <a:p>
                      <a:r>
                        <a:rPr lang="en-US" sz="1100" b="0" dirty="0">
                          <a:latin typeface="Sans Serif Collection" panose="020B0502040504020204" pitchFamily="34" charset="0"/>
                          <a:ea typeface="Sans Serif Collection" panose="020B0502040504020204" pitchFamily="34" charset="0"/>
                          <a:cs typeface="Sans Serif Collection" panose="020B0502040504020204" pitchFamily="34" charset="0"/>
                        </a:rPr>
                        <a:t>         0.1271</a:t>
                      </a:r>
                    </a:p>
                  </a:txBody>
                  <a:tcPr>
                    <a:solidFill>
                      <a:srgbClr val="3C7D22"/>
                    </a:solidFill>
                  </a:tcPr>
                </a:tc>
                <a:extLst>
                  <a:ext uri="{0D108BD9-81ED-4DB2-BD59-A6C34878D82A}">
                    <a16:rowId xmlns:a16="http://schemas.microsoft.com/office/drawing/2014/main" val="3167986225"/>
                  </a:ext>
                </a:extLst>
              </a:tr>
            </a:tbl>
          </a:graphicData>
        </a:graphic>
      </p:graphicFrame>
      <p:graphicFrame>
        <p:nvGraphicFramePr>
          <p:cNvPr id="75" name="Table 74">
            <a:extLst>
              <a:ext uri="{FF2B5EF4-FFF2-40B4-BE49-F238E27FC236}">
                <a16:creationId xmlns:a16="http://schemas.microsoft.com/office/drawing/2014/main" id="{CC3A1838-D8FD-6284-B986-96A538791656}"/>
              </a:ext>
            </a:extLst>
          </p:cNvPr>
          <p:cNvGraphicFramePr>
            <a:graphicFrameLocks noGrp="1"/>
          </p:cNvGraphicFramePr>
          <p:nvPr>
            <p:extLst>
              <p:ext uri="{D42A27DB-BD31-4B8C-83A1-F6EECF244321}">
                <p14:modId xmlns:p14="http://schemas.microsoft.com/office/powerpoint/2010/main" val="1521584724"/>
              </p:ext>
            </p:extLst>
          </p:nvPr>
        </p:nvGraphicFramePr>
        <p:xfrm>
          <a:off x="36689028" y="11277203"/>
          <a:ext cx="5275637" cy="1463040"/>
        </p:xfrm>
        <a:graphic>
          <a:graphicData uri="http://schemas.openxmlformats.org/drawingml/2006/table">
            <a:tbl>
              <a:tblPr firstRow="1" bandRow="1">
                <a:tableStyleId>{5940675A-B579-460E-94D1-54222C63F5DA}</a:tableStyleId>
              </a:tblPr>
              <a:tblGrid>
                <a:gridCol w="1036551">
                  <a:extLst>
                    <a:ext uri="{9D8B030D-6E8A-4147-A177-3AD203B41FA5}">
                      <a16:colId xmlns:a16="http://schemas.microsoft.com/office/drawing/2014/main" val="2348388866"/>
                    </a:ext>
                  </a:extLst>
                </a:gridCol>
                <a:gridCol w="807416">
                  <a:extLst>
                    <a:ext uri="{9D8B030D-6E8A-4147-A177-3AD203B41FA5}">
                      <a16:colId xmlns:a16="http://schemas.microsoft.com/office/drawing/2014/main" val="2964128758"/>
                    </a:ext>
                  </a:extLst>
                </a:gridCol>
                <a:gridCol w="1715759">
                  <a:extLst>
                    <a:ext uri="{9D8B030D-6E8A-4147-A177-3AD203B41FA5}">
                      <a16:colId xmlns:a16="http://schemas.microsoft.com/office/drawing/2014/main" val="3792741971"/>
                    </a:ext>
                  </a:extLst>
                </a:gridCol>
                <a:gridCol w="1715911">
                  <a:extLst>
                    <a:ext uri="{9D8B030D-6E8A-4147-A177-3AD203B41FA5}">
                      <a16:colId xmlns:a16="http://schemas.microsoft.com/office/drawing/2014/main" val="3182888620"/>
                    </a:ext>
                  </a:extLst>
                </a:gridCol>
              </a:tblGrid>
              <a:tr h="0">
                <a:tc>
                  <a:txBody>
                    <a:bodyPr/>
                    <a:lstStyle/>
                    <a:p>
                      <a:endParaRPr lang="en-US" sz="1100" b="0" dirty="0">
                        <a:latin typeface="Sans Serif Collection" panose="020B0502040504020204" pitchFamily="34" charset="0"/>
                        <a:ea typeface="Sans Serif Collection" panose="020B0502040504020204" pitchFamily="34" charset="0"/>
                        <a:cs typeface="Sans Serif Collection" panose="020B0502040504020204" pitchFamily="34" charset="0"/>
                      </a:endParaRPr>
                    </a:p>
                    <a:p>
                      <a:r>
                        <a:rPr lang="en-US" sz="1100" b="0" dirty="0">
                          <a:latin typeface="Sans Serif Collection" panose="020B0502040504020204" pitchFamily="34" charset="0"/>
                          <a:ea typeface="Sans Serif Collection" panose="020B0502040504020204" pitchFamily="34" charset="0"/>
                          <a:cs typeface="Sans Serif Collection" panose="020B0502040504020204" pitchFamily="34" charset="0"/>
                        </a:rPr>
                        <a:t>**Best</a:t>
                      </a:r>
                    </a:p>
                  </a:txBody>
                  <a:tcPr/>
                </a:tc>
                <a:tc>
                  <a:txBody>
                    <a:bodyPr/>
                    <a:lstStyle/>
                    <a:p>
                      <a:r>
                        <a:rPr lang="en-US" sz="1100" b="0" dirty="0">
                          <a:latin typeface="Sans Serif Collection" panose="020B0502040504020204" pitchFamily="34" charset="0"/>
                          <a:ea typeface="Sans Serif Collection" panose="020B0502040504020204" pitchFamily="34" charset="0"/>
                          <a:cs typeface="Sans Serif Collection" panose="020B0502040504020204" pitchFamily="34" charset="0"/>
                        </a:rPr>
                        <a:t>Actual </a:t>
                      </a:r>
                      <a:r>
                        <a:rPr lang="en-US" sz="1100" b="0" i="1" dirty="0">
                          <a:latin typeface="Sans Serif Collection" panose="020B0502040504020204" pitchFamily="34" charset="0"/>
                          <a:ea typeface="Sans Serif Collection" panose="020B0502040504020204" pitchFamily="34" charset="0"/>
                          <a:cs typeface="Sans Serif Collection" panose="020B0502040504020204" pitchFamily="34" charset="0"/>
                        </a:rPr>
                        <a:t>W</a:t>
                      </a:r>
                    </a:p>
                  </a:txBody>
                  <a:tcPr/>
                </a:tc>
                <a:tc>
                  <a:txBody>
                    <a:bodyPr/>
                    <a:lstStyle/>
                    <a:p>
                      <a:r>
                        <a:rPr lang="en-US" sz="1100" b="0" i="1" dirty="0">
                          <a:latin typeface="Sans Serif Collection" panose="020B0502040504020204" pitchFamily="34" charset="0"/>
                          <a:ea typeface="Sans Serif Collection" panose="020B0502040504020204" pitchFamily="34" charset="0"/>
                          <a:cs typeface="Sans Serif Collection" panose="020B0502040504020204" pitchFamily="34" charset="0"/>
                        </a:rPr>
                        <a:t>W</a:t>
                      </a:r>
                      <a:r>
                        <a:rPr lang="en-US" sz="1100" b="0" dirty="0">
                          <a:latin typeface="Sans Serif Collection" panose="020B0502040504020204" pitchFamily="34" charset="0"/>
                          <a:ea typeface="Sans Serif Collection" panose="020B0502040504020204" pitchFamily="34" charset="0"/>
                          <a:cs typeface="Sans Serif Collection" panose="020B0502040504020204" pitchFamily="34" charset="0"/>
                        </a:rPr>
                        <a:t> estimates with </a:t>
                      </a:r>
                    </a:p>
                    <a:p>
                      <a:r>
                        <a:rPr lang="en-US" sz="1100" b="0" i="1" dirty="0">
                          <a:latin typeface="Sans Serif Collection" panose="020B0502040504020204" pitchFamily="34" charset="0"/>
                          <a:ea typeface="Sans Serif Collection" panose="020B0502040504020204" pitchFamily="34" charset="0"/>
                          <a:cs typeface="Sans Serif Collection" panose="020B0502040504020204" pitchFamily="34" charset="0"/>
                        </a:rPr>
                        <a:t>P</a:t>
                      </a:r>
                      <a:r>
                        <a:rPr lang="en-US" sz="1100" b="0" dirty="0">
                          <a:latin typeface="Sans Serif Collection" panose="020B0502040504020204" pitchFamily="34" charset="0"/>
                          <a:ea typeface="Sans Serif Collection" panose="020B0502040504020204" pitchFamily="34" charset="0"/>
                          <a:cs typeface="Sans Serif Collection" panose="020B0502040504020204" pitchFamily="34" charset="0"/>
                        </a:rPr>
                        <a:t> and </a:t>
                      </a:r>
                      <a:r>
                        <a:rPr lang="en-US" sz="1100" b="0" i="1" dirty="0">
                          <a:latin typeface="Sans Serif Collection" panose="020B0502040504020204" pitchFamily="34" charset="0"/>
                          <a:ea typeface="Sans Serif Collection" panose="020B0502040504020204" pitchFamily="34" charset="0"/>
                          <a:cs typeface="Sans Serif Collection" panose="020B0502040504020204" pitchFamily="34" charset="0"/>
                        </a:rPr>
                        <a:t>b</a:t>
                      </a:r>
                      <a:r>
                        <a:rPr lang="en-US" sz="1100" b="0" dirty="0">
                          <a:latin typeface="Sans Serif Collection" panose="020B0502040504020204" pitchFamily="34" charset="0"/>
                          <a:ea typeface="Sans Serif Collection" panose="020B0502040504020204" pitchFamily="34" charset="0"/>
                          <a:cs typeface="Sans Serif Collection" panose="020B0502040504020204" pitchFamily="34" charset="0"/>
                        </a:rPr>
                        <a:t> held constant</a:t>
                      </a:r>
                    </a:p>
                  </a:txBody>
                  <a:tcPr/>
                </a:tc>
                <a:tc>
                  <a:txBody>
                    <a:bodyPr/>
                    <a:lstStyle/>
                    <a:p>
                      <a:r>
                        <a:rPr lang="en-US" sz="1100" b="0" i="1" dirty="0">
                          <a:latin typeface="Sans Serif Collection" panose="020B0502040504020204" pitchFamily="34" charset="0"/>
                          <a:ea typeface="Sans Serif Collection" panose="020B0502040504020204" pitchFamily="34" charset="0"/>
                          <a:cs typeface="Sans Serif Collection" panose="020B0502040504020204" pitchFamily="34" charset="0"/>
                        </a:rPr>
                        <a:t>W</a:t>
                      </a:r>
                      <a:r>
                        <a:rPr lang="en-US" sz="1100" b="0" dirty="0">
                          <a:latin typeface="Sans Serif Collection" panose="020B0502040504020204" pitchFamily="34" charset="0"/>
                          <a:ea typeface="Sans Serif Collection" panose="020B0502040504020204" pitchFamily="34" charset="0"/>
                          <a:cs typeface="Sans Serif Collection" panose="020B0502040504020204" pitchFamily="34" charset="0"/>
                        </a:rPr>
                        <a:t> estimates when </a:t>
                      </a:r>
                      <a:r>
                        <a:rPr lang="en-US" sz="1100" b="0" i="1" dirty="0">
                          <a:latin typeface="Sans Serif Collection" panose="020B0502040504020204" pitchFamily="34" charset="0"/>
                          <a:ea typeface="Sans Serif Collection" panose="020B0502040504020204" pitchFamily="34" charset="0"/>
                          <a:cs typeface="Sans Serif Collection" panose="020B0502040504020204" pitchFamily="34" charset="0"/>
                        </a:rPr>
                        <a:t>P</a:t>
                      </a:r>
                      <a:r>
                        <a:rPr lang="en-US" sz="1100" b="0" dirty="0">
                          <a:latin typeface="Sans Serif Collection" panose="020B0502040504020204" pitchFamily="34" charset="0"/>
                          <a:ea typeface="Sans Serif Collection" panose="020B0502040504020204" pitchFamily="34" charset="0"/>
                          <a:cs typeface="Sans Serif Collection" panose="020B0502040504020204" pitchFamily="34" charset="0"/>
                        </a:rPr>
                        <a:t> and </a:t>
                      </a:r>
                      <a:r>
                        <a:rPr lang="en-US" sz="1100" b="0" i="1" dirty="0">
                          <a:latin typeface="Sans Serif Collection" panose="020B0502040504020204" pitchFamily="34" charset="0"/>
                          <a:ea typeface="Sans Serif Collection" panose="020B0502040504020204" pitchFamily="34" charset="0"/>
                          <a:cs typeface="Sans Serif Collection" panose="020B0502040504020204" pitchFamily="34" charset="0"/>
                        </a:rPr>
                        <a:t>b</a:t>
                      </a:r>
                      <a:r>
                        <a:rPr lang="en-US" sz="1100" b="0" dirty="0">
                          <a:latin typeface="Sans Serif Collection" panose="020B0502040504020204" pitchFamily="34" charset="0"/>
                          <a:ea typeface="Sans Serif Collection" panose="020B0502040504020204" pitchFamily="34" charset="0"/>
                          <a:cs typeface="Sans Serif Collection" panose="020B0502040504020204" pitchFamily="34" charset="0"/>
                        </a:rPr>
                        <a:t> also estimated</a:t>
                      </a:r>
                    </a:p>
                  </a:txBody>
                  <a:tcPr/>
                </a:tc>
                <a:extLst>
                  <a:ext uri="{0D108BD9-81ED-4DB2-BD59-A6C34878D82A}">
                    <a16:rowId xmlns:a16="http://schemas.microsoft.com/office/drawing/2014/main" val="3435138147"/>
                  </a:ext>
                </a:extLst>
              </a:tr>
              <a:tr h="250067">
                <a:tc>
                  <a:txBody>
                    <a:bodyPr/>
                    <a:lstStyle/>
                    <a:p>
                      <a:r>
                        <a:rPr lang="en-US" sz="1100" b="0" dirty="0">
                          <a:latin typeface="Sans Serif Collection" panose="020B0502040504020204" pitchFamily="34" charset="0"/>
                          <a:ea typeface="Sans Serif Collection" panose="020B0502040504020204" pitchFamily="34" charset="0"/>
                          <a:cs typeface="Sans Serif Collection" panose="020B0502040504020204" pitchFamily="34" charset="0"/>
                        </a:rPr>
                        <a:t>Weight 1</a:t>
                      </a:r>
                    </a:p>
                  </a:txBody>
                  <a:tcPr/>
                </a:tc>
                <a:tc>
                  <a:txBody>
                    <a:bodyPr/>
                    <a:lstStyle/>
                    <a:p>
                      <a:r>
                        <a:rPr lang="en-US" sz="1100" b="0" dirty="0">
                          <a:latin typeface="Sans Serif Collection" panose="020B0502040504020204" pitchFamily="34" charset="0"/>
                          <a:ea typeface="Sans Serif Collection" panose="020B0502040504020204" pitchFamily="34" charset="0"/>
                          <a:cs typeface="Sans Serif Collection" panose="020B0502040504020204" pitchFamily="34" charset="0"/>
                        </a:rPr>
                        <a:t>     -2</a:t>
                      </a:r>
                    </a:p>
                  </a:txBody>
                  <a:tcPr/>
                </a:tc>
                <a:tc>
                  <a:txBody>
                    <a:bodyPr/>
                    <a:lstStyle/>
                    <a:p>
                      <a:r>
                        <a:rPr lang="en-US" sz="1100" b="0" dirty="0">
                          <a:latin typeface="Sans Serif Collection" panose="020B0502040504020204" pitchFamily="34" charset="0"/>
                          <a:ea typeface="Sans Serif Collection" panose="020B0502040504020204" pitchFamily="34" charset="0"/>
                          <a:cs typeface="Sans Serif Collection" panose="020B0502040504020204" pitchFamily="34" charset="0"/>
                        </a:rPr>
                        <a:t>         -2.0000</a:t>
                      </a:r>
                    </a:p>
                  </a:txBody>
                  <a:tcPr/>
                </a:tc>
                <a:tc>
                  <a:txBody>
                    <a:bodyPr/>
                    <a:lstStyle/>
                    <a:p>
                      <a:r>
                        <a:rPr lang="en-US" sz="1100" b="0" dirty="0">
                          <a:latin typeface="Sans Serif Collection" panose="020B0502040504020204" pitchFamily="34" charset="0"/>
                          <a:ea typeface="Sans Serif Collection" panose="020B0502040504020204" pitchFamily="34" charset="0"/>
                          <a:cs typeface="Sans Serif Collection" panose="020B0502040504020204" pitchFamily="34" charset="0"/>
                        </a:rPr>
                        <a:t>       -2.0121</a:t>
                      </a:r>
                    </a:p>
                  </a:txBody>
                  <a:tcPr>
                    <a:solidFill>
                      <a:srgbClr val="B2E49F"/>
                    </a:solidFill>
                  </a:tcPr>
                </a:tc>
                <a:extLst>
                  <a:ext uri="{0D108BD9-81ED-4DB2-BD59-A6C34878D82A}">
                    <a16:rowId xmlns:a16="http://schemas.microsoft.com/office/drawing/2014/main" val="3841675654"/>
                  </a:ext>
                </a:extLst>
              </a:tr>
              <a:tr h="250067">
                <a:tc>
                  <a:txBody>
                    <a:bodyPr/>
                    <a:lstStyle/>
                    <a:p>
                      <a:r>
                        <a:rPr lang="en-US" sz="1100" b="0" dirty="0">
                          <a:latin typeface="Sans Serif Collection" panose="020B0502040504020204" pitchFamily="34" charset="0"/>
                          <a:ea typeface="Sans Serif Collection" panose="020B0502040504020204" pitchFamily="34" charset="0"/>
                          <a:cs typeface="Sans Serif Collection" panose="020B0502040504020204" pitchFamily="34" charset="0"/>
                        </a:rPr>
                        <a:t>Weight 2</a:t>
                      </a:r>
                    </a:p>
                  </a:txBody>
                  <a:tcPr/>
                </a:tc>
                <a:tc>
                  <a:txBody>
                    <a:bodyPr/>
                    <a:lstStyle/>
                    <a:p>
                      <a:r>
                        <a:rPr lang="en-US" sz="1100" b="0" dirty="0">
                          <a:latin typeface="Sans Serif Collection" panose="020B0502040504020204" pitchFamily="34" charset="0"/>
                          <a:ea typeface="Sans Serif Collection" panose="020B0502040504020204" pitchFamily="34" charset="0"/>
                          <a:cs typeface="Sans Serif Collection" panose="020B0502040504020204" pitchFamily="34" charset="0"/>
                        </a:rPr>
                        <a:t>      2</a:t>
                      </a:r>
                    </a:p>
                  </a:txBody>
                  <a:tcPr/>
                </a:tc>
                <a:tc>
                  <a:txBody>
                    <a:bodyPr/>
                    <a:lstStyle/>
                    <a:p>
                      <a:r>
                        <a:rPr lang="en-US" sz="1100" b="0" dirty="0">
                          <a:latin typeface="Sans Serif Collection" panose="020B0502040504020204" pitchFamily="34" charset="0"/>
                          <a:ea typeface="Sans Serif Collection" panose="020B0502040504020204" pitchFamily="34" charset="0"/>
                          <a:cs typeface="Sans Serif Collection" panose="020B0502040504020204" pitchFamily="34" charset="0"/>
                        </a:rPr>
                        <a:t>          1.9999</a:t>
                      </a:r>
                    </a:p>
                  </a:txBody>
                  <a:tcPr>
                    <a:solidFill>
                      <a:srgbClr val="F1FBEE"/>
                    </a:solidFill>
                  </a:tcPr>
                </a:tc>
                <a:tc>
                  <a:txBody>
                    <a:bodyPr/>
                    <a:lstStyle/>
                    <a:p>
                      <a:r>
                        <a:rPr lang="en-US" sz="1100" b="0" dirty="0">
                          <a:latin typeface="Sans Serif Collection" panose="020B0502040504020204" pitchFamily="34" charset="0"/>
                          <a:ea typeface="Sans Serif Collection" panose="020B0502040504020204" pitchFamily="34" charset="0"/>
                          <a:cs typeface="Sans Serif Collection" panose="020B0502040504020204" pitchFamily="34" charset="0"/>
                        </a:rPr>
                        <a:t>        2.3139</a:t>
                      </a:r>
                    </a:p>
                  </a:txBody>
                  <a:tcPr>
                    <a:solidFill>
                      <a:srgbClr val="639F4B"/>
                    </a:solidFill>
                  </a:tcPr>
                </a:tc>
                <a:extLst>
                  <a:ext uri="{0D108BD9-81ED-4DB2-BD59-A6C34878D82A}">
                    <a16:rowId xmlns:a16="http://schemas.microsoft.com/office/drawing/2014/main" val="1220385822"/>
                  </a:ext>
                </a:extLst>
              </a:tr>
              <a:tr h="250067">
                <a:tc>
                  <a:txBody>
                    <a:bodyPr/>
                    <a:lstStyle/>
                    <a:p>
                      <a:r>
                        <a:rPr lang="en-US" sz="1100" b="0" dirty="0">
                          <a:latin typeface="Sans Serif Collection" panose="020B0502040504020204" pitchFamily="34" charset="0"/>
                          <a:ea typeface="Sans Serif Collection" panose="020B0502040504020204" pitchFamily="34" charset="0"/>
                          <a:cs typeface="Sans Serif Collection" panose="020B0502040504020204" pitchFamily="34" charset="0"/>
                        </a:rPr>
                        <a:t>Weight 3</a:t>
                      </a:r>
                    </a:p>
                  </a:txBody>
                  <a:tcPr/>
                </a:tc>
                <a:tc>
                  <a:txBody>
                    <a:bodyPr/>
                    <a:lstStyle/>
                    <a:p>
                      <a:r>
                        <a:rPr lang="en-US" sz="1100" b="0" dirty="0">
                          <a:latin typeface="Sans Serif Collection" panose="020B0502040504020204" pitchFamily="34" charset="0"/>
                          <a:ea typeface="Sans Serif Collection" panose="020B0502040504020204" pitchFamily="34" charset="0"/>
                          <a:cs typeface="Sans Serif Collection" panose="020B0502040504020204" pitchFamily="34" charset="0"/>
                        </a:rPr>
                        <a:t>      1</a:t>
                      </a:r>
                    </a:p>
                  </a:txBody>
                  <a:tcPr/>
                </a:tc>
                <a:tc>
                  <a:txBody>
                    <a:bodyPr/>
                    <a:lstStyle/>
                    <a:p>
                      <a:r>
                        <a:rPr lang="en-US" sz="1100" b="0" dirty="0">
                          <a:latin typeface="Sans Serif Collection" panose="020B0502040504020204" pitchFamily="34" charset="0"/>
                          <a:ea typeface="Sans Serif Collection" panose="020B0502040504020204" pitchFamily="34" charset="0"/>
                          <a:cs typeface="Sans Serif Collection" panose="020B0502040504020204" pitchFamily="34" charset="0"/>
                        </a:rPr>
                        <a:t>          1.0000</a:t>
                      </a:r>
                    </a:p>
                  </a:txBody>
                  <a:tcPr/>
                </a:tc>
                <a:tc>
                  <a:txBody>
                    <a:bodyPr/>
                    <a:lstStyle/>
                    <a:p>
                      <a:r>
                        <a:rPr lang="en-US" sz="1100" b="0" dirty="0">
                          <a:latin typeface="Sans Serif Collection" panose="020B0502040504020204" pitchFamily="34" charset="0"/>
                          <a:ea typeface="Sans Serif Collection" panose="020B0502040504020204" pitchFamily="34" charset="0"/>
                          <a:cs typeface="Sans Serif Collection" panose="020B0502040504020204" pitchFamily="34" charset="0"/>
                        </a:rPr>
                        <a:t>        1.1456</a:t>
                      </a:r>
                    </a:p>
                  </a:txBody>
                  <a:tcPr>
                    <a:solidFill>
                      <a:srgbClr val="8FC57A"/>
                    </a:solidFill>
                  </a:tcPr>
                </a:tc>
                <a:extLst>
                  <a:ext uri="{0D108BD9-81ED-4DB2-BD59-A6C34878D82A}">
                    <a16:rowId xmlns:a16="http://schemas.microsoft.com/office/drawing/2014/main" val="3492808468"/>
                  </a:ext>
                </a:extLst>
              </a:tr>
              <a:tr h="250067">
                <a:tc>
                  <a:txBody>
                    <a:bodyPr/>
                    <a:lstStyle/>
                    <a:p>
                      <a:r>
                        <a:rPr lang="en-US" sz="1100" b="0" dirty="0">
                          <a:latin typeface="Sans Serif Collection" panose="020B0502040504020204" pitchFamily="34" charset="0"/>
                          <a:ea typeface="Sans Serif Collection" panose="020B0502040504020204" pitchFamily="34" charset="0"/>
                          <a:cs typeface="Sans Serif Collection" panose="020B0502040504020204" pitchFamily="34" charset="0"/>
                        </a:rPr>
                        <a:t>Weight 4</a:t>
                      </a:r>
                    </a:p>
                  </a:txBody>
                  <a:tcPr/>
                </a:tc>
                <a:tc>
                  <a:txBody>
                    <a:bodyPr/>
                    <a:lstStyle/>
                    <a:p>
                      <a:r>
                        <a:rPr lang="en-US" sz="1100" b="0" dirty="0">
                          <a:latin typeface="Sans Serif Collection" panose="020B0502040504020204" pitchFamily="34" charset="0"/>
                          <a:ea typeface="Sans Serif Collection" panose="020B0502040504020204" pitchFamily="34" charset="0"/>
                          <a:cs typeface="Sans Serif Collection" panose="020B0502040504020204" pitchFamily="34" charset="0"/>
                        </a:rPr>
                        <a:t>     -1</a:t>
                      </a:r>
                    </a:p>
                  </a:txBody>
                  <a:tcPr/>
                </a:tc>
                <a:tc>
                  <a:txBody>
                    <a:bodyPr/>
                    <a:lstStyle/>
                    <a:p>
                      <a:r>
                        <a:rPr lang="en-US" sz="1100" b="0" dirty="0">
                          <a:latin typeface="Sans Serif Collection" panose="020B0502040504020204" pitchFamily="34" charset="0"/>
                          <a:ea typeface="Sans Serif Collection" panose="020B0502040504020204" pitchFamily="34" charset="0"/>
                          <a:cs typeface="Sans Serif Collection" panose="020B0502040504020204" pitchFamily="34" charset="0"/>
                        </a:rPr>
                        <a:t>         -1.0000</a:t>
                      </a:r>
                    </a:p>
                  </a:txBody>
                  <a:tcPr/>
                </a:tc>
                <a:tc>
                  <a:txBody>
                    <a:bodyPr/>
                    <a:lstStyle/>
                    <a:p>
                      <a:r>
                        <a:rPr lang="en-US" sz="1100" b="0" dirty="0">
                          <a:latin typeface="Sans Serif Collection" panose="020B0502040504020204" pitchFamily="34" charset="0"/>
                          <a:ea typeface="Sans Serif Collection" panose="020B0502040504020204" pitchFamily="34" charset="0"/>
                          <a:cs typeface="Sans Serif Collection" panose="020B0502040504020204" pitchFamily="34" charset="0"/>
                        </a:rPr>
                        <a:t>      -0.9312</a:t>
                      </a:r>
                    </a:p>
                  </a:txBody>
                  <a:tcPr>
                    <a:solidFill>
                      <a:srgbClr val="A3D78F"/>
                    </a:solidFill>
                  </a:tcPr>
                </a:tc>
                <a:extLst>
                  <a:ext uri="{0D108BD9-81ED-4DB2-BD59-A6C34878D82A}">
                    <a16:rowId xmlns:a16="http://schemas.microsoft.com/office/drawing/2014/main" val="3167986225"/>
                  </a:ext>
                </a:extLst>
              </a:tr>
            </a:tbl>
          </a:graphicData>
        </a:graphic>
      </p:graphicFrame>
      <p:graphicFrame>
        <p:nvGraphicFramePr>
          <p:cNvPr id="76" name="Table 75">
            <a:extLst>
              <a:ext uri="{FF2B5EF4-FFF2-40B4-BE49-F238E27FC236}">
                <a16:creationId xmlns:a16="http://schemas.microsoft.com/office/drawing/2014/main" id="{038E8340-652F-8854-BF5F-E97C67AA6B0C}"/>
              </a:ext>
            </a:extLst>
          </p:cNvPr>
          <p:cNvGraphicFramePr>
            <a:graphicFrameLocks noGrp="1"/>
          </p:cNvGraphicFramePr>
          <p:nvPr>
            <p:extLst>
              <p:ext uri="{D42A27DB-BD31-4B8C-83A1-F6EECF244321}">
                <p14:modId xmlns:p14="http://schemas.microsoft.com/office/powerpoint/2010/main" val="381268587"/>
              </p:ext>
            </p:extLst>
          </p:nvPr>
        </p:nvGraphicFramePr>
        <p:xfrm>
          <a:off x="36689027" y="12929847"/>
          <a:ext cx="5275637" cy="1463040"/>
        </p:xfrm>
        <a:graphic>
          <a:graphicData uri="http://schemas.openxmlformats.org/drawingml/2006/table">
            <a:tbl>
              <a:tblPr firstRow="1" bandRow="1">
                <a:tableStyleId>{5940675A-B579-460E-94D1-54222C63F5DA}</a:tableStyleId>
              </a:tblPr>
              <a:tblGrid>
                <a:gridCol w="1036551">
                  <a:extLst>
                    <a:ext uri="{9D8B030D-6E8A-4147-A177-3AD203B41FA5}">
                      <a16:colId xmlns:a16="http://schemas.microsoft.com/office/drawing/2014/main" val="2348388866"/>
                    </a:ext>
                  </a:extLst>
                </a:gridCol>
                <a:gridCol w="807416">
                  <a:extLst>
                    <a:ext uri="{9D8B030D-6E8A-4147-A177-3AD203B41FA5}">
                      <a16:colId xmlns:a16="http://schemas.microsoft.com/office/drawing/2014/main" val="2964128758"/>
                    </a:ext>
                  </a:extLst>
                </a:gridCol>
                <a:gridCol w="1715759">
                  <a:extLst>
                    <a:ext uri="{9D8B030D-6E8A-4147-A177-3AD203B41FA5}">
                      <a16:colId xmlns:a16="http://schemas.microsoft.com/office/drawing/2014/main" val="3792741971"/>
                    </a:ext>
                  </a:extLst>
                </a:gridCol>
                <a:gridCol w="1715911">
                  <a:extLst>
                    <a:ext uri="{9D8B030D-6E8A-4147-A177-3AD203B41FA5}">
                      <a16:colId xmlns:a16="http://schemas.microsoft.com/office/drawing/2014/main" val="3182888620"/>
                    </a:ext>
                  </a:extLst>
                </a:gridCol>
              </a:tblGrid>
              <a:tr h="0">
                <a:tc>
                  <a:txBody>
                    <a:bodyPr/>
                    <a:lstStyle/>
                    <a:p>
                      <a:endParaRPr lang="en-US" sz="1100" b="0" dirty="0">
                        <a:latin typeface="Sans Serif Collection" panose="020B0502040504020204" pitchFamily="34" charset="0"/>
                        <a:ea typeface="Sans Serif Collection" panose="020B0502040504020204" pitchFamily="34" charset="0"/>
                        <a:cs typeface="Sans Serif Collection" panose="020B0502040504020204" pitchFamily="34" charset="0"/>
                      </a:endParaRPr>
                    </a:p>
                    <a:p>
                      <a:r>
                        <a:rPr lang="en-US" sz="1100" b="0" baseline="30000" dirty="0">
                          <a:latin typeface="Sans Serif Collection" panose="020B0502040504020204" pitchFamily="34" charset="0"/>
                          <a:ea typeface="Sans Serif Collection" panose="020B0502040504020204" pitchFamily="34" charset="0"/>
                          <a:cs typeface="Sans Serif Collection" panose="020B0502040504020204" pitchFamily="34" charset="0"/>
                        </a:rPr>
                        <a:t>##</a:t>
                      </a:r>
                      <a:r>
                        <a:rPr lang="en-US" sz="1100" b="0" dirty="0">
                          <a:latin typeface="Sans Serif Collection" panose="020B0502040504020204" pitchFamily="34" charset="0"/>
                          <a:ea typeface="Sans Serif Collection" panose="020B0502040504020204" pitchFamily="34" charset="0"/>
                          <a:cs typeface="Sans Serif Collection" panose="020B0502040504020204" pitchFamily="34" charset="0"/>
                        </a:rPr>
                        <a:t>Worst</a:t>
                      </a:r>
                    </a:p>
                  </a:txBody>
                  <a:tcPr/>
                </a:tc>
                <a:tc>
                  <a:txBody>
                    <a:bodyPr/>
                    <a:lstStyle/>
                    <a:p>
                      <a:r>
                        <a:rPr lang="en-US" sz="1100" b="0" dirty="0">
                          <a:latin typeface="Sans Serif Collection" panose="020B0502040504020204" pitchFamily="34" charset="0"/>
                          <a:ea typeface="Sans Serif Collection" panose="020B0502040504020204" pitchFamily="34" charset="0"/>
                          <a:cs typeface="Sans Serif Collection" panose="020B0502040504020204" pitchFamily="34" charset="0"/>
                        </a:rPr>
                        <a:t>Actual </a:t>
                      </a:r>
                      <a:r>
                        <a:rPr lang="en-US" sz="1100" b="0" i="1" dirty="0">
                          <a:latin typeface="Sans Serif Collection" panose="020B0502040504020204" pitchFamily="34" charset="0"/>
                          <a:ea typeface="Sans Serif Collection" panose="020B0502040504020204" pitchFamily="34" charset="0"/>
                          <a:cs typeface="Sans Serif Collection" panose="020B0502040504020204" pitchFamily="34" charset="0"/>
                        </a:rPr>
                        <a:t>W</a:t>
                      </a:r>
                    </a:p>
                  </a:txBody>
                  <a:tcPr/>
                </a:tc>
                <a:tc>
                  <a:txBody>
                    <a:bodyPr/>
                    <a:lstStyle/>
                    <a:p>
                      <a:r>
                        <a:rPr lang="en-US" sz="1100" b="0" i="1" dirty="0">
                          <a:latin typeface="Sans Serif Collection" panose="020B0502040504020204" pitchFamily="34" charset="0"/>
                          <a:ea typeface="Sans Serif Collection" panose="020B0502040504020204" pitchFamily="34" charset="0"/>
                          <a:cs typeface="Sans Serif Collection" panose="020B0502040504020204" pitchFamily="34" charset="0"/>
                        </a:rPr>
                        <a:t>W</a:t>
                      </a:r>
                      <a:r>
                        <a:rPr lang="en-US" sz="1100" b="0" dirty="0">
                          <a:latin typeface="Sans Serif Collection" panose="020B0502040504020204" pitchFamily="34" charset="0"/>
                          <a:ea typeface="Sans Serif Collection" panose="020B0502040504020204" pitchFamily="34" charset="0"/>
                          <a:cs typeface="Sans Serif Collection" panose="020B0502040504020204" pitchFamily="34" charset="0"/>
                        </a:rPr>
                        <a:t> estimates with </a:t>
                      </a:r>
                    </a:p>
                    <a:p>
                      <a:r>
                        <a:rPr lang="en-US" sz="1100" b="0" i="1" dirty="0">
                          <a:latin typeface="Sans Serif Collection" panose="020B0502040504020204" pitchFamily="34" charset="0"/>
                          <a:ea typeface="Sans Serif Collection" panose="020B0502040504020204" pitchFamily="34" charset="0"/>
                          <a:cs typeface="Sans Serif Collection" panose="020B0502040504020204" pitchFamily="34" charset="0"/>
                        </a:rPr>
                        <a:t>P</a:t>
                      </a:r>
                      <a:r>
                        <a:rPr lang="en-US" sz="1100" b="0" dirty="0">
                          <a:latin typeface="Sans Serif Collection" panose="020B0502040504020204" pitchFamily="34" charset="0"/>
                          <a:ea typeface="Sans Serif Collection" panose="020B0502040504020204" pitchFamily="34" charset="0"/>
                          <a:cs typeface="Sans Serif Collection" panose="020B0502040504020204" pitchFamily="34" charset="0"/>
                        </a:rPr>
                        <a:t> and </a:t>
                      </a:r>
                      <a:r>
                        <a:rPr lang="en-US" sz="1100" b="0" i="1" dirty="0">
                          <a:latin typeface="Sans Serif Collection" panose="020B0502040504020204" pitchFamily="34" charset="0"/>
                          <a:ea typeface="Sans Serif Collection" panose="020B0502040504020204" pitchFamily="34" charset="0"/>
                          <a:cs typeface="Sans Serif Collection" panose="020B0502040504020204" pitchFamily="34" charset="0"/>
                        </a:rPr>
                        <a:t>b</a:t>
                      </a:r>
                      <a:r>
                        <a:rPr lang="en-US" sz="1100" b="0" dirty="0">
                          <a:latin typeface="Sans Serif Collection" panose="020B0502040504020204" pitchFamily="34" charset="0"/>
                          <a:ea typeface="Sans Serif Collection" panose="020B0502040504020204" pitchFamily="34" charset="0"/>
                          <a:cs typeface="Sans Serif Collection" panose="020B0502040504020204" pitchFamily="34" charset="0"/>
                        </a:rPr>
                        <a:t> held constant</a:t>
                      </a:r>
                    </a:p>
                  </a:txBody>
                  <a:tcPr/>
                </a:tc>
                <a:tc>
                  <a:txBody>
                    <a:bodyPr/>
                    <a:lstStyle/>
                    <a:p>
                      <a:r>
                        <a:rPr lang="en-US" sz="1100" b="0" i="1" dirty="0">
                          <a:latin typeface="Sans Serif Collection" panose="020B0502040504020204" pitchFamily="34" charset="0"/>
                          <a:ea typeface="Sans Serif Collection" panose="020B0502040504020204" pitchFamily="34" charset="0"/>
                          <a:cs typeface="Sans Serif Collection" panose="020B0502040504020204" pitchFamily="34" charset="0"/>
                        </a:rPr>
                        <a:t>W</a:t>
                      </a:r>
                      <a:r>
                        <a:rPr lang="en-US" sz="1100" b="0" dirty="0">
                          <a:latin typeface="Sans Serif Collection" panose="020B0502040504020204" pitchFamily="34" charset="0"/>
                          <a:ea typeface="Sans Serif Collection" panose="020B0502040504020204" pitchFamily="34" charset="0"/>
                          <a:cs typeface="Sans Serif Collection" panose="020B0502040504020204" pitchFamily="34" charset="0"/>
                        </a:rPr>
                        <a:t> estimates when </a:t>
                      </a:r>
                      <a:r>
                        <a:rPr lang="en-US" sz="1100" b="0" i="1" dirty="0">
                          <a:latin typeface="Sans Serif Collection" panose="020B0502040504020204" pitchFamily="34" charset="0"/>
                          <a:ea typeface="Sans Serif Collection" panose="020B0502040504020204" pitchFamily="34" charset="0"/>
                          <a:cs typeface="Sans Serif Collection" panose="020B0502040504020204" pitchFamily="34" charset="0"/>
                        </a:rPr>
                        <a:t>P</a:t>
                      </a:r>
                      <a:r>
                        <a:rPr lang="en-US" sz="1100" b="0" dirty="0">
                          <a:latin typeface="Sans Serif Collection" panose="020B0502040504020204" pitchFamily="34" charset="0"/>
                          <a:ea typeface="Sans Serif Collection" panose="020B0502040504020204" pitchFamily="34" charset="0"/>
                          <a:cs typeface="Sans Serif Collection" panose="020B0502040504020204" pitchFamily="34" charset="0"/>
                        </a:rPr>
                        <a:t> and </a:t>
                      </a:r>
                      <a:r>
                        <a:rPr lang="en-US" sz="1100" b="0" i="1" dirty="0">
                          <a:latin typeface="Sans Serif Collection" panose="020B0502040504020204" pitchFamily="34" charset="0"/>
                          <a:ea typeface="Sans Serif Collection" panose="020B0502040504020204" pitchFamily="34" charset="0"/>
                          <a:cs typeface="Sans Serif Collection" panose="020B0502040504020204" pitchFamily="34" charset="0"/>
                        </a:rPr>
                        <a:t>b</a:t>
                      </a:r>
                      <a:r>
                        <a:rPr lang="en-US" sz="1100" b="0" dirty="0">
                          <a:latin typeface="Sans Serif Collection" panose="020B0502040504020204" pitchFamily="34" charset="0"/>
                          <a:ea typeface="Sans Serif Collection" panose="020B0502040504020204" pitchFamily="34" charset="0"/>
                          <a:cs typeface="Sans Serif Collection" panose="020B0502040504020204" pitchFamily="34" charset="0"/>
                        </a:rPr>
                        <a:t> also estimated</a:t>
                      </a:r>
                    </a:p>
                  </a:txBody>
                  <a:tcPr/>
                </a:tc>
                <a:extLst>
                  <a:ext uri="{0D108BD9-81ED-4DB2-BD59-A6C34878D82A}">
                    <a16:rowId xmlns:a16="http://schemas.microsoft.com/office/drawing/2014/main" val="3435138147"/>
                  </a:ext>
                </a:extLst>
              </a:tr>
              <a:tr h="250067">
                <a:tc>
                  <a:txBody>
                    <a:bodyPr/>
                    <a:lstStyle/>
                    <a:p>
                      <a:r>
                        <a:rPr lang="en-US" sz="1100" b="0" dirty="0">
                          <a:latin typeface="Sans Serif Collection" panose="020B0502040504020204" pitchFamily="34" charset="0"/>
                          <a:ea typeface="Sans Serif Collection" panose="020B0502040504020204" pitchFamily="34" charset="0"/>
                          <a:cs typeface="Sans Serif Collection" panose="020B0502040504020204" pitchFamily="34" charset="0"/>
                        </a:rPr>
                        <a:t>Weight 1</a:t>
                      </a:r>
                    </a:p>
                  </a:txBody>
                  <a:tcPr/>
                </a:tc>
                <a:tc>
                  <a:txBody>
                    <a:bodyPr/>
                    <a:lstStyle/>
                    <a:p>
                      <a:r>
                        <a:rPr lang="en-US" sz="1100" b="0" dirty="0">
                          <a:latin typeface="Sans Serif Collection" panose="020B0502040504020204" pitchFamily="34" charset="0"/>
                          <a:ea typeface="Sans Serif Collection" panose="020B0502040504020204" pitchFamily="34" charset="0"/>
                          <a:cs typeface="Sans Serif Collection" panose="020B0502040504020204" pitchFamily="34" charset="0"/>
                        </a:rPr>
                        <a:t>      1</a:t>
                      </a:r>
                    </a:p>
                  </a:txBody>
                  <a:tcPr/>
                </a:tc>
                <a:tc>
                  <a:txBody>
                    <a:bodyPr/>
                    <a:lstStyle/>
                    <a:p>
                      <a:r>
                        <a:rPr lang="en-US" sz="1100" b="0" dirty="0">
                          <a:latin typeface="Sans Serif Collection" panose="020B0502040504020204" pitchFamily="34" charset="0"/>
                          <a:ea typeface="Sans Serif Collection" panose="020B0502040504020204" pitchFamily="34" charset="0"/>
                          <a:cs typeface="Sans Serif Collection" panose="020B0502040504020204" pitchFamily="34" charset="0"/>
                        </a:rPr>
                        <a:t>         1.0000</a:t>
                      </a:r>
                    </a:p>
                  </a:txBody>
                  <a:tcPr/>
                </a:tc>
                <a:tc>
                  <a:txBody>
                    <a:bodyPr/>
                    <a:lstStyle/>
                    <a:p>
                      <a:r>
                        <a:rPr lang="en-US" sz="1100" b="0" dirty="0">
                          <a:latin typeface="Sans Serif Collection" panose="020B0502040504020204" pitchFamily="34" charset="0"/>
                          <a:ea typeface="Sans Serif Collection" panose="020B0502040504020204" pitchFamily="34" charset="0"/>
                          <a:cs typeface="Sans Serif Collection" panose="020B0502040504020204" pitchFamily="34" charset="0"/>
                        </a:rPr>
                        <a:t>        0.6198</a:t>
                      </a:r>
                    </a:p>
                  </a:txBody>
                  <a:tcPr>
                    <a:solidFill>
                      <a:srgbClr val="519038"/>
                    </a:solidFill>
                  </a:tcPr>
                </a:tc>
                <a:extLst>
                  <a:ext uri="{0D108BD9-81ED-4DB2-BD59-A6C34878D82A}">
                    <a16:rowId xmlns:a16="http://schemas.microsoft.com/office/drawing/2014/main" val="3841675654"/>
                  </a:ext>
                </a:extLst>
              </a:tr>
              <a:tr h="250067">
                <a:tc>
                  <a:txBody>
                    <a:bodyPr/>
                    <a:lstStyle/>
                    <a:p>
                      <a:r>
                        <a:rPr lang="en-US" sz="1100" b="0" dirty="0">
                          <a:latin typeface="Sans Serif Collection" panose="020B0502040504020204" pitchFamily="34" charset="0"/>
                          <a:ea typeface="Sans Serif Collection" panose="020B0502040504020204" pitchFamily="34" charset="0"/>
                          <a:cs typeface="Sans Serif Collection" panose="020B0502040504020204" pitchFamily="34" charset="0"/>
                        </a:rPr>
                        <a:t>Weight 2</a:t>
                      </a:r>
                    </a:p>
                  </a:txBody>
                  <a:tcPr/>
                </a:tc>
                <a:tc>
                  <a:txBody>
                    <a:bodyPr/>
                    <a:lstStyle/>
                    <a:p>
                      <a:r>
                        <a:rPr lang="en-US" sz="1100" b="0" dirty="0">
                          <a:latin typeface="Sans Serif Collection" panose="020B0502040504020204" pitchFamily="34" charset="0"/>
                          <a:ea typeface="Sans Serif Collection" panose="020B0502040504020204" pitchFamily="34" charset="0"/>
                          <a:cs typeface="Sans Serif Collection" panose="020B0502040504020204" pitchFamily="34" charset="0"/>
                        </a:rPr>
                        <a:t>      2</a:t>
                      </a:r>
                    </a:p>
                  </a:txBody>
                  <a:tcPr/>
                </a:tc>
                <a:tc>
                  <a:txBody>
                    <a:bodyPr/>
                    <a:lstStyle/>
                    <a:p>
                      <a:r>
                        <a:rPr lang="en-US" sz="1100" b="0" dirty="0">
                          <a:latin typeface="Sans Serif Collection" panose="020B0502040504020204" pitchFamily="34" charset="0"/>
                          <a:ea typeface="Sans Serif Collection" panose="020B0502040504020204" pitchFamily="34" charset="0"/>
                          <a:cs typeface="Sans Serif Collection" panose="020B0502040504020204" pitchFamily="34" charset="0"/>
                        </a:rPr>
                        <a:t>         1.9993</a:t>
                      </a:r>
                    </a:p>
                  </a:txBody>
                  <a:tcPr>
                    <a:solidFill>
                      <a:srgbClr val="B5E6A2"/>
                    </a:solidFill>
                  </a:tcPr>
                </a:tc>
                <a:tc>
                  <a:txBody>
                    <a:bodyPr/>
                    <a:lstStyle/>
                    <a:p>
                      <a:r>
                        <a:rPr lang="en-US" sz="1100" b="0" dirty="0">
                          <a:latin typeface="Sans Serif Collection" panose="020B0502040504020204" pitchFamily="34" charset="0"/>
                          <a:ea typeface="Sans Serif Collection" panose="020B0502040504020204" pitchFamily="34" charset="0"/>
                          <a:cs typeface="Sans Serif Collection" panose="020B0502040504020204" pitchFamily="34" charset="0"/>
                        </a:rPr>
                        <a:t>        1.5623</a:t>
                      </a:r>
                    </a:p>
                  </a:txBody>
                  <a:tcPr>
                    <a:solidFill>
                      <a:srgbClr val="428228"/>
                    </a:solidFill>
                  </a:tcPr>
                </a:tc>
                <a:extLst>
                  <a:ext uri="{0D108BD9-81ED-4DB2-BD59-A6C34878D82A}">
                    <a16:rowId xmlns:a16="http://schemas.microsoft.com/office/drawing/2014/main" val="1220385822"/>
                  </a:ext>
                </a:extLst>
              </a:tr>
              <a:tr h="250067">
                <a:tc>
                  <a:txBody>
                    <a:bodyPr/>
                    <a:lstStyle/>
                    <a:p>
                      <a:r>
                        <a:rPr lang="en-US" sz="1100" b="0" dirty="0">
                          <a:latin typeface="Sans Serif Collection" panose="020B0502040504020204" pitchFamily="34" charset="0"/>
                          <a:ea typeface="Sans Serif Collection" panose="020B0502040504020204" pitchFamily="34" charset="0"/>
                          <a:cs typeface="Sans Serif Collection" panose="020B0502040504020204" pitchFamily="34" charset="0"/>
                        </a:rPr>
                        <a:t>Weight 3</a:t>
                      </a:r>
                    </a:p>
                  </a:txBody>
                  <a:tcPr/>
                </a:tc>
                <a:tc>
                  <a:txBody>
                    <a:bodyPr/>
                    <a:lstStyle/>
                    <a:p>
                      <a:r>
                        <a:rPr lang="en-US" sz="1100" b="0" dirty="0">
                          <a:latin typeface="Sans Serif Collection" panose="020B0502040504020204" pitchFamily="34" charset="0"/>
                          <a:ea typeface="Sans Serif Collection" panose="020B0502040504020204" pitchFamily="34" charset="0"/>
                          <a:cs typeface="Sans Serif Collection" panose="020B0502040504020204" pitchFamily="34" charset="0"/>
                        </a:rPr>
                        <a:t>     -2</a:t>
                      </a:r>
                    </a:p>
                  </a:txBody>
                  <a:tcPr/>
                </a:tc>
                <a:tc>
                  <a:txBody>
                    <a:bodyPr/>
                    <a:lstStyle/>
                    <a:p>
                      <a:r>
                        <a:rPr lang="en-US" sz="1100" b="0" dirty="0">
                          <a:latin typeface="Sans Serif Collection" panose="020B0502040504020204" pitchFamily="34" charset="0"/>
                          <a:ea typeface="Sans Serif Collection" panose="020B0502040504020204" pitchFamily="34" charset="0"/>
                          <a:cs typeface="Sans Serif Collection" panose="020B0502040504020204" pitchFamily="34" charset="0"/>
                        </a:rPr>
                        <a:t>        -1.9996</a:t>
                      </a:r>
                    </a:p>
                  </a:txBody>
                  <a:tcPr>
                    <a:solidFill>
                      <a:srgbClr val="CAEDBC"/>
                    </a:solidFill>
                  </a:tcPr>
                </a:tc>
                <a:tc>
                  <a:txBody>
                    <a:bodyPr/>
                    <a:lstStyle/>
                    <a:p>
                      <a:r>
                        <a:rPr lang="en-US" sz="1100" b="0" dirty="0">
                          <a:latin typeface="Sans Serif Collection" panose="020B0502040504020204" pitchFamily="34" charset="0"/>
                          <a:ea typeface="Sans Serif Collection" panose="020B0502040504020204" pitchFamily="34" charset="0"/>
                          <a:cs typeface="Sans Serif Collection" panose="020B0502040504020204" pitchFamily="34" charset="0"/>
                        </a:rPr>
                        <a:t>       -1.5411</a:t>
                      </a:r>
                    </a:p>
                  </a:txBody>
                  <a:tcPr>
                    <a:solidFill>
                      <a:srgbClr val="3C7D22"/>
                    </a:solidFill>
                  </a:tcPr>
                </a:tc>
                <a:extLst>
                  <a:ext uri="{0D108BD9-81ED-4DB2-BD59-A6C34878D82A}">
                    <a16:rowId xmlns:a16="http://schemas.microsoft.com/office/drawing/2014/main" val="3492808468"/>
                  </a:ext>
                </a:extLst>
              </a:tr>
              <a:tr h="250067">
                <a:tc>
                  <a:txBody>
                    <a:bodyPr/>
                    <a:lstStyle/>
                    <a:p>
                      <a:r>
                        <a:rPr lang="en-US" sz="1100" b="0" dirty="0">
                          <a:latin typeface="Sans Serif Collection" panose="020B0502040504020204" pitchFamily="34" charset="0"/>
                          <a:ea typeface="Sans Serif Collection" panose="020B0502040504020204" pitchFamily="34" charset="0"/>
                          <a:cs typeface="Sans Serif Collection" panose="020B0502040504020204" pitchFamily="34" charset="0"/>
                        </a:rPr>
                        <a:t>Weight 4</a:t>
                      </a:r>
                    </a:p>
                  </a:txBody>
                  <a:tcPr/>
                </a:tc>
                <a:tc>
                  <a:txBody>
                    <a:bodyPr/>
                    <a:lstStyle/>
                    <a:p>
                      <a:r>
                        <a:rPr lang="en-US" sz="1100" b="0" dirty="0">
                          <a:latin typeface="Sans Serif Collection" panose="020B0502040504020204" pitchFamily="34" charset="0"/>
                          <a:ea typeface="Sans Serif Collection" panose="020B0502040504020204" pitchFamily="34" charset="0"/>
                          <a:cs typeface="Sans Serif Collection" panose="020B0502040504020204" pitchFamily="34" charset="0"/>
                        </a:rPr>
                        <a:t>     -1</a:t>
                      </a:r>
                    </a:p>
                  </a:txBody>
                  <a:tcPr/>
                </a:tc>
                <a:tc>
                  <a:txBody>
                    <a:bodyPr/>
                    <a:lstStyle/>
                    <a:p>
                      <a:r>
                        <a:rPr lang="en-US" sz="1100" b="0" dirty="0">
                          <a:latin typeface="Sans Serif Collection" panose="020B0502040504020204" pitchFamily="34" charset="0"/>
                          <a:ea typeface="Sans Serif Collection" panose="020B0502040504020204" pitchFamily="34" charset="0"/>
                          <a:cs typeface="Sans Serif Collection" panose="020B0502040504020204" pitchFamily="34" charset="0"/>
                        </a:rPr>
                        <a:t>        -1.0000</a:t>
                      </a:r>
                    </a:p>
                  </a:txBody>
                  <a:tcPr/>
                </a:tc>
                <a:tc>
                  <a:txBody>
                    <a:bodyPr/>
                    <a:lstStyle/>
                    <a:p>
                      <a:r>
                        <a:rPr lang="en-US" sz="1100" b="0" dirty="0">
                          <a:latin typeface="Sans Serif Collection" panose="020B0502040504020204" pitchFamily="34" charset="0"/>
                          <a:ea typeface="Sans Serif Collection" panose="020B0502040504020204" pitchFamily="34" charset="0"/>
                          <a:cs typeface="Sans Serif Collection" panose="020B0502040504020204" pitchFamily="34" charset="0"/>
                        </a:rPr>
                        <a:t>       -0.7627</a:t>
                      </a:r>
                    </a:p>
                  </a:txBody>
                  <a:tcPr>
                    <a:solidFill>
                      <a:srgbClr val="77B060"/>
                    </a:solidFill>
                  </a:tcPr>
                </a:tc>
                <a:extLst>
                  <a:ext uri="{0D108BD9-81ED-4DB2-BD59-A6C34878D82A}">
                    <a16:rowId xmlns:a16="http://schemas.microsoft.com/office/drawing/2014/main" val="3167986225"/>
                  </a:ext>
                </a:extLst>
              </a:tr>
            </a:tbl>
          </a:graphicData>
        </a:graphic>
      </p:graphicFrame>
      <p:sp>
        <p:nvSpPr>
          <p:cNvPr id="162" name="TextBox 161">
            <a:extLst>
              <a:ext uri="{FF2B5EF4-FFF2-40B4-BE49-F238E27FC236}">
                <a16:creationId xmlns:a16="http://schemas.microsoft.com/office/drawing/2014/main" id="{C3B01514-A8CE-2774-0329-38E1B609D3F1}"/>
              </a:ext>
            </a:extLst>
          </p:cNvPr>
          <p:cNvSpPr txBox="1"/>
          <p:nvPr/>
        </p:nvSpPr>
        <p:spPr>
          <a:xfrm>
            <a:off x="28180793" y="19574528"/>
            <a:ext cx="720069" cy="246221"/>
          </a:xfrm>
          <a:prstGeom prst="rect">
            <a:avLst/>
          </a:prstGeom>
          <a:noFill/>
        </p:spPr>
        <p:txBody>
          <a:bodyPr wrap="none" rtlCol="0">
            <a:spAutoFit/>
          </a:bodyPr>
          <a:lstStyle/>
          <a:p>
            <a:r>
              <a:rPr lang="en-US" sz="1000" dirty="0">
                <a:latin typeface="Sans Serif Collection" panose="020B0502040504020204" pitchFamily="34" charset="0"/>
                <a:ea typeface="Sans Serif Collection" panose="020B0502040504020204" pitchFamily="34" charset="0"/>
                <a:cs typeface="Sans Serif Collection" panose="020B0502040504020204" pitchFamily="34" charset="0"/>
              </a:rPr>
              <a:t>Weight 1</a:t>
            </a:r>
          </a:p>
        </p:txBody>
      </p:sp>
      <p:sp>
        <p:nvSpPr>
          <p:cNvPr id="163" name="TextBox 162">
            <a:extLst>
              <a:ext uri="{FF2B5EF4-FFF2-40B4-BE49-F238E27FC236}">
                <a16:creationId xmlns:a16="http://schemas.microsoft.com/office/drawing/2014/main" id="{0312B920-135B-D77B-B110-46EF8A7A100E}"/>
              </a:ext>
            </a:extLst>
          </p:cNvPr>
          <p:cNvSpPr txBox="1"/>
          <p:nvPr/>
        </p:nvSpPr>
        <p:spPr>
          <a:xfrm>
            <a:off x="28180792" y="19774502"/>
            <a:ext cx="720069" cy="246221"/>
          </a:xfrm>
          <a:prstGeom prst="rect">
            <a:avLst/>
          </a:prstGeom>
          <a:noFill/>
        </p:spPr>
        <p:txBody>
          <a:bodyPr wrap="none" rtlCol="0">
            <a:spAutoFit/>
          </a:bodyPr>
          <a:lstStyle/>
          <a:p>
            <a:r>
              <a:rPr lang="en-US" sz="1000" dirty="0">
                <a:latin typeface="Sans Serif Collection" panose="020B0502040504020204" pitchFamily="34" charset="0"/>
                <a:ea typeface="Sans Serif Collection" panose="020B0502040504020204" pitchFamily="34" charset="0"/>
                <a:cs typeface="Sans Serif Collection" panose="020B0502040504020204" pitchFamily="34" charset="0"/>
              </a:rPr>
              <a:t>Weight 2</a:t>
            </a:r>
          </a:p>
        </p:txBody>
      </p:sp>
      <p:sp>
        <p:nvSpPr>
          <p:cNvPr id="164" name="TextBox 163">
            <a:extLst>
              <a:ext uri="{FF2B5EF4-FFF2-40B4-BE49-F238E27FC236}">
                <a16:creationId xmlns:a16="http://schemas.microsoft.com/office/drawing/2014/main" id="{1A1B8C31-FA07-09E2-7ED0-19D4A1071F6F}"/>
              </a:ext>
            </a:extLst>
          </p:cNvPr>
          <p:cNvSpPr txBox="1"/>
          <p:nvPr/>
        </p:nvSpPr>
        <p:spPr>
          <a:xfrm>
            <a:off x="28180791" y="19978444"/>
            <a:ext cx="720069" cy="246221"/>
          </a:xfrm>
          <a:prstGeom prst="rect">
            <a:avLst/>
          </a:prstGeom>
          <a:noFill/>
        </p:spPr>
        <p:txBody>
          <a:bodyPr wrap="none" rtlCol="0">
            <a:spAutoFit/>
          </a:bodyPr>
          <a:lstStyle/>
          <a:p>
            <a:r>
              <a:rPr lang="en-US" sz="1000" dirty="0">
                <a:latin typeface="Sans Serif Collection" panose="020B0502040504020204" pitchFamily="34" charset="0"/>
                <a:ea typeface="Sans Serif Collection" panose="020B0502040504020204" pitchFamily="34" charset="0"/>
                <a:cs typeface="Sans Serif Collection" panose="020B0502040504020204" pitchFamily="34" charset="0"/>
              </a:rPr>
              <a:t>Weight 3</a:t>
            </a:r>
          </a:p>
        </p:txBody>
      </p:sp>
      <p:sp>
        <p:nvSpPr>
          <p:cNvPr id="167" name="TextBox 166">
            <a:extLst>
              <a:ext uri="{FF2B5EF4-FFF2-40B4-BE49-F238E27FC236}">
                <a16:creationId xmlns:a16="http://schemas.microsoft.com/office/drawing/2014/main" id="{EC410D33-767B-CF2C-7238-A0745C4F00E3}"/>
              </a:ext>
            </a:extLst>
          </p:cNvPr>
          <p:cNvSpPr txBox="1"/>
          <p:nvPr/>
        </p:nvSpPr>
        <p:spPr>
          <a:xfrm>
            <a:off x="28180793" y="20172342"/>
            <a:ext cx="720069" cy="246221"/>
          </a:xfrm>
          <a:prstGeom prst="rect">
            <a:avLst/>
          </a:prstGeom>
          <a:noFill/>
        </p:spPr>
        <p:txBody>
          <a:bodyPr wrap="none" rtlCol="0">
            <a:spAutoFit/>
          </a:bodyPr>
          <a:lstStyle/>
          <a:p>
            <a:r>
              <a:rPr lang="en-US" sz="1000" dirty="0">
                <a:latin typeface="Sans Serif Collection" panose="020B0502040504020204" pitchFamily="34" charset="0"/>
                <a:ea typeface="Sans Serif Collection" panose="020B0502040504020204" pitchFamily="34" charset="0"/>
                <a:cs typeface="Sans Serif Collection" panose="020B0502040504020204" pitchFamily="34" charset="0"/>
              </a:rPr>
              <a:t>Weight 4</a:t>
            </a:r>
          </a:p>
        </p:txBody>
      </p:sp>
      <p:sp>
        <p:nvSpPr>
          <p:cNvPr id="168" name="TextBox 167">
            <a:extLst>
              <a:ext uri="{FF2B5EF4-FFF2-40B4-BE49-F238E27FC236}">
                <a16:creationId xmlns:a16="http://schemas.microsoft.com/office/drawing/2014/main" id="{768F5DB8-C283-DD1D-E5B8-2DF897B3692F}"/>
              </a:ext>
            </a:extLst>
          </p:cNvPr>
          <p:cNvSpPr txBox="1"/>
          <p:nvPr/>
        </p:nvSpPr>
        <p:spPr>
          <a:xfrm>
            <a:off x="35924361" y="19553853"/>
            <a:ext cx="720069" cy="246221"/>
          </a:xfrm>
          <a:prstGeom prst="rect">
            <a:avLst/>
          </a:prstGeom>
          <a:noFill/>
        </p:spPr>
        <p:txBody>
          <a:bodyPr wrap="none" rtlCol="0">
            <a:spAutoFit/>
          </a:bodyPr>
          <a:lstStyle/>
          <a:p>
            <a:r>
              <a:rPr lang="en-US" sz="1000" dirty="0">
                <a:latin typeface="Sans Serif Collection" panose="020B0502040504020204" pitchFamily="34" charset="0"/>
                <a:ea typeface="Sans Serif Collection" panose="020B0502040504020204" pitchFamily="34" charset="0"/>
                <a:cs typeface="Sans Serif Collection" panose="020B0502040504020204" pitchFamily="34" charset="0"/>
              </a:rPr>
              <a:t>Weight 1</a:t>
            </a:r>
          </a:p>
        </p:txBody>
      </p:sp>
      <p:sp>
        <p:nvSpPr>
          <p:cNvPr id="169" name="TextBox 168">
            <a:extLst>
              <a:ext uri="{FF2B5EF4-FFF2-40B4-BE49-F238E27FC236}">
                <a16:creationId xmlns:a16="http://schemas.microsoft.com/office/drawing/2014/main" id="{32C1EDF3-3A05-B03C-31A5-E7F7B36298A4}"/>
              </a:ext>
            </a:extLst>
          </p:cNvPr>
          <p:cNvSpPr txBox="1"/>
          <p:nvPr/>
        </p:nvSpPr>
        <p:spPr>
          <a:xfrm>
            <a:off x="35924360" y="19753827"/>
            <a:ext cx="720069" cy="246221"/>
          </a:xfrm>
          <a:prstGeom prst="rect">
            <a:avLst/>
          </a:prstGeom>
          <a:noFill/>
        </p:spPr>
        <p:txBody>
          <a:bodyPr wrap="none" rtlCol="0">
            <a:spAutoFit/>
          </a:bodyPr>
          <a:lstStyle/>
          <a:p>
            <a:r>
              <a:rPr lang="en-US" sz="1000" dirty="0">
                <a:latin typeface="Sans Serif Collection" panose="020B0502040504020204" pitchFamily="34" charset="0"/>
                <a:ea typeface="Sans Serif Collection" panose="020B0502040504020204" pitchFamily="34" charset="0"/>
                <a:cs typeface="Sans Serif Collection" panose="020B0502040504020204" pitchFamily="34" charset="0"/>
              </a:rPr>
              <a:t>Weight 2</a:t>
            </a:r>
          </a:p>
        </p:txBody>
      </p:sp>
      <p:sp>
        <p:nvSpPr>
          <p:cNvPr id="170" name="TextBox 169">
            <a:extLst>
              <a:ext uri="{FF2B5EF4-FFF2-40B4-BE49-F238E27FC236}">
                <a16:creationId xmlns:a16="http://schemas.microsoft.com/office/drawing/2014/main" id="{7E050C97-9B3F-A2E5-5F0F-3C235B13C66B}"/>
              </a:ext>
            </a:extLst>
          </p:cNvPr>
          <p:cNvSpPr txBox="1"/>
          <p:nvPr/>
        </p:nvSpPr>
        <p:spPr>
          <a:xfrm>
            <a:off x="35924359" y="19957769"/>
            <a:ext cx="720069" cy="246221"/>
          </a:xfrm>
          <a:prstGeom prst="rect">
            <a:avLst/>
          </a:prstGeom>
          <a:noFill/>
        </p:spPr>
        <p:txBody>
          <a:bodyPr wrap="none" rtlCol="0">
            <a:spAutoFit/>
          </a:bodyPr>
          <a:lstStyle/>
          <a:p>
            <a:r>
              <a:rPr lang="en-US" sz="1000" dirty="0">
                <a:latin typeface="Sans Serif Collection" panose="020B0502040504020204" pitchFamily="34" charset="0"/>
                <a:ea typeface="Sans Serif Collection" panose="020B0502040504020204" pitchFamily="34" charset="0"/>
                <a:cs typeface="Sans Serif Collection" panose="020B0502040504020204" pitchFamily="34" charset="0"/>
              </a:rPr>
              <a:t>Weight 3</a:t>
            </a:r>
          </a:p>
        </p:txBody>
      </p:sp>
      <p:sp>
        <p:nvSpPr>
          <p:cNvPr id="171" name="TextBox 170">
            <a:extLst>
              <a:ext uri="{FF2B5EF4-FFF2-40B4-BE49-F238E27FC236}">
                <a16:creationId xmlns:a16="http://schemas.microsoft.com/office/drawing/2014/main" id="{75FB18D8-446C-B60F-2CE5-D50FB64556D1}"/>
              </a:ext>
            </a:extLst>
          </p:cNvPr>
          <p:cNvSpPr txBox="1"/>
          <p:nvPr/>
        </p:nvSpPr>
        <p:spPr>
          <a:xfrm>
            <a:off x="35924361" y="20151667"/>
            <a:ext cx="720069" cy="246221"/>
          </a:xfrm>
          <a:prstGeom prst="rect">
            <a:avLst/>
          </a:prstGeom>
          <a:noFill/>
        </p:spPr>
        <p:txBody>
          <a:bodyPr wrap="none" rtlCol="0">
            <a:spAutoFit/>
          </a:bodyPr>
          <a:lstStyle/>
          <a:p>
            <a:r>
              <a:rPr lang="en-US" sz="1000" dirty="0">
                <a:latin typeface="Sans Serif Collection" panose="020B0502040504020204" pitchFamily="34" charset="0"/>
                <a:ea typeface="Sans Serif Collection" panose="020B0502040504020204" pitchFamily="34" charset="0"/>
                <a:cs typeface="Sans Serif Collection" panose="020B0502040504020204" pitchFamily="34" charset="0"/>
              </a:rPr>
              <a:t>Weight 4</a:t>
            </a:r>
          </a:p>
        </p:txBody>
      </p:sp>
      <p:sp>
        <p:nvSpPr>
          <p:cNvPr id="172" name="TextBox 171">
            <a:extLst>
              <a:ext uri="{FF2B5EF4-FFF2-40B4-BE49-F238E27FC236}">
                <a16:creationId xmlns:a16="http://schemas.microsoft.com/office/drawing/2014/main" id="{D47B8A34-DBAA-027C-5AF1-242793B3A072}"/>
              </a:ext>
            </a:extLst>
          </p:cNvPr>
          <p:cNvSpPr txBox="1"/>
          <p:nvPr/>
        </p:nvSpPr>
        <p:spPr>
          <a:xfrm>
            <a:off x="28806190" y="16452622"/>
            <a:ext cx="284052" cy="400110"/>
          </a:xfrm>
          <a:prstGeom prst="rect">
            <a:avLst/>
          </a:prstGeom>
          <a:noFill/>
        </p:spPr>
        <p:txBody>
          <a:bodyPr wrap="none" rtlCol="0">
            <a:spAutoFit/>
          </a:bodyPr>
          <a:lstStyle/>
          <a:p>
            <a:r>
              <a:rPr lang="en-US" sz="2000" dirty="0"/>
              <a:t>*</a:t>
            </a:r>
          </a:p>
        </p:txBody>
      </p:sp>
      <p:sp>
        <p:nvSpPr>
          <p:cNvPr id="173" name="TextBox 172">
            <a:extLst>
              <a:ext uri="{FF2B5EF4-FFF2-40B4-BE49-F238E27FC236}">
                <a16:creationId xmlns:a16="http://schemas.microsoft.com/office/drawing/2014/main" id="{5BD69984-0F17-D092-1F72-4D016C43205E}"/>
              </a:ext>
            </a:extLst>
          </p:cNvPr>
          <p:cNvSpPr txBox="1"/>
          <p:nvPr/>
        </p:nvSpPr>
        <p:spPr>
          <a:xfrm>
            <a:off x="29034173" y="16337166"/>
            <a:ext cx="300082" cy="369332"/>
          </a:xfrm>
          <a:prstGeom prst="rect">
            <a:avLst/>
          </a:prstGeom>
          <a:noFill/>
        </p:spPr>
        <p:txBody>
          <a:bodyPr wrap="none" rtlCol="0">
            <a:spAutoFit/>
          </a:bodyPr>
          <a:lstStyle/>
          <a:p>
            <a:r>
              <a:rPr lang="en-US" sz="1800" b="1" dirty="0">
                <a:latin typeface="Times New Roman" panose="02020603050405020304" pitchFamily="18" charset="0"/>
                <a:ea typeface="Sans Serif Collection" panose="020B0502040504020204" pitchFamily="34" charset="0"/>
                <a:cs typeface="Times New Roman" panose="02020603050405020304" pitchFamily="18" charset="0"/>
              </a:rPr>
              <a:t>†</a:t>
            </a:r>
            <a:endParaRPr lang="en-US" sz="1800" dirty="0">
              <a:latin typeface="Times New Roman" panose="02020603050405020304" pitchFamily="18" charset="0"/>
              <a:cs typeface="Times New Roman" panose="02020603050405020304" pitchFamily="18" charset="0"/>
            </a:endParaRPr>
          </a:p>
        </p:txBody>
      </p:sp>
      <p:sp>
        <p:nvSpPr>
          <p:cNvPr id="174" name="TextBox 173">
            <a:extLst>
              <a:ext uri="{FF2B5EF4-FFF2-40B4-BE49-F238E27FC236}">
                <a16:creationId xmlns:a16="http://schemas.microsoft.com/office/drawing/2014/main" id="{57D31570-EB31-7E80-4453-80AB02FF2FCD}"/>
              </a:ext>
            </a:extLst>
          </p:cNvPr>
          <p:cNvSpPr txBox="1"/>
          <p:nvPr/>
        </p:nvSpPr>
        <p:spPr>
          <a:xfrm>
            <a:off x="34385351" y="15852048"/>
            <a:ext cx="263214" cy="261610"/>
          </a:xfrm>
          <a:prstGeom prst="rect">
            <a:avLst/>
          </a:prstGeom>
          <a:noFill/>
        </p:spPr>
        <p:txBody>
          <a:bodyPr wrap="none" rtlCol="0">
            <a:spAutoFit/>
          </a:bodyPr>
          <a:lstStyle/>
          <a:p>
            <a:r>
              <a:rPr lang="en-US" sz="1050" dirty="0"/>
              <a:t>#</a:t>
            </a:r>
          </a:p>
        </p:txBody>
      </p:sp>
      <p:sp>
        <p:nvSpPr>
          <p:cNvPr id="175" name="TextBox 174">
            <a:extLst>
              <a:ext uri="{FF2B5EF4-FFF2-40B4-BE49-F238E27FC236}">
                <a16:creationId xmlns:a16="http://schemas.microsoft.com/office/drawing/2014/main" id="{18DF5670-61FE-2FC9-E831-A53028438971}"/>
              </a:ext>
            </a:extLst>
          </p:cNvPr>
          <p:cNvSpPr txBox="1"/>
          <p:nvPr/>
        </p:nvSpPr>
        <p:spPr>
          <a:xfrm>
            <a:off x="36572950" y="16288719"/>
            <a:ext cx="383438" cy="707886"/>
          </a:xfrm>
          <a:prstGeom prst="rect">
            <a:avLst/>
          </a:prstGeom>
          <a:noFill/>
        </p:spPr>
        <p:txBody>
          <a:bodyPr wrap="none" rtlCol="0">
            <a:spAutoFit/>
          </a:bodyPr>
          <a:lstStyle/>
          <a:p>
            <a:r>
              <a:rPr lang="en-US" sz="2000" dirty="0"/>
              <a:t>**</a:t>
            </a:r>
          </a:p>
          <a:p>
            <a:endParaRPr lang="en-US" sz="2000" dirty="0"/>
          </a:p>
        </p:txBody>
      </p:sp>
      <p:sp>
        <p:nvSpPr>
          <p:cNvPr id="176" name="TextBox 175">
            <a:extLst>
              <a:ext uri="{FF2B5EF4-FFF2-40B4-BE49-F238E27FC236}">
                <a16:creationId xmlns:a16="http://schemas.microsoft.com/office/drawing/2014/main" id="{6CF270D0-4B2D-7C76-7E68-652134DC4FED}"/>
              </a:ext>
            </a:extLst>
          </p:cNvPr>
          <p:cNvSpPr txBox="1"/>
          <p:nvPr/>
        </p:nvSpPr>
        <p:spPr>
          <a:xfrm>
            <a:off x="37744750" y="15870458"/>
            <a:ext cx="415498" cy="369332"/>
          </a:xfrm>
          <a:prstGeom prst="rect">
            <a:avLst/>
          </a:prstGeom>
          <a:noFill/>
        </p:spPr>
        <p:txBody>
          <a:bodyPr wrap="none" rtlCol="0">
            <a:spAutoFit/>
          </a:bodyPr>
          <a:lstStyle/>
          <a:p>
            <a:r>
              <a:rPr lang="en-US" sz="1800" b="1" dirty="0">
                <a:latin typeface="Times New Roman" panose="02020603050405020304" pitchFamily="18" charset="0"/>
                <a:ea typeface="Sans Serif Collection" panose="020B0502040504020204" pitchFamily="34" charset="0"/>
                <a:cs typeface="Times New Roman" panose="02020603050405020304" pitchFamily="18" charset="0"/>
              </a:rPr>
              <a:t>††</a:t>
            </a:r>
            <a:endParaRPr lang="en-US" sz="1800" dirty="0">
              <a:latin typeface="Times New Roman" panose="02020603050405020304" pitchFamily="18" charset="0"/>
              <a:cs typeface="Times New Roman" panose="02020603050405020304" pitchFamily="18" charset="0"/>
            </a:endParaRPr>
          </a:p>
        </p:txBody>
      </p:sp>
      <p:sp>
        <p:nvSpPr>
          <p:cNvPr id="177" name="TextBox 176">
            <a:extLst>
              <a:ext uri="{FF2B5EF4-FFF2-40B4-BE49-F238E27FC236}">
                <a16:creationId xmlns:a16="http://schemas.microsoft.com/office/drawing/2014/main" id="{1F5E3A19-F997-14B6-E04C-25ECB3EC83F4}"/>
              </a:ext>
            </a:extLst>
          </p:cNvPr>
          <p:cNvSpPr txBox="1"/>
          <p:nvPr/>
        </p:nvSpPr>
        <p:spPr>
          <a:xfrm>
            <a:off x="42048035" y="16105021"/>
            <a:ext cx="335348" cy="415498"/>
          </a:xfrm>
          <a:prstGeom prst="rect">
            <a:avLst/>
          </a:prstGeom>
          <a:noFill/>
        </p:spPr>
        <p:txBody>
          <a:bodyPr wrap="none" rtlCol="0">
            <a:spAutoFit/>
          </a:bodyPr>
          <a:lstStyle/>
          <a:p>
            <a:r>
              <a:rPr lang="en-US" sz="1050" dirty="0"/>
              <a:t>##</a:t>
            </a:r>
          </a:p>
          <a:p>
            <a:endParaRPr lang="en-US" sz="1050" dirty="0"/>
          </a:p>
        </p:txBody>
      </p:sp>
      <p:sp>
        <p:nvSpPr>
          <p:cNvPr id="178" name="TextBox 177">
            <a:extLst>
              <a:ext uri="{FF2B5EF4-FFF2-40B4-BE49-F238E27FC236}">
                <a16:creationId xmlns:a16="http://schemas.microsoft.com/office/drawing/2014/main" id="{499FDCCA-5F7C-9094-D759-27CBC63D018D}"/>
              </a:ext>
            </a:extLst>
          </p:cNvPr>
          <p:cNvSpPr txBox="1"/>
          <p:nvPr/>
        </p:nvSpPr>
        <p:spPr>
          <a:xfrm>
            <a:off x="28611215" y="15168255"/>
            <a:ext cx="5873724" cy="584775"/>
          </a:xfrm>
          <a:prstGeom prst="rect">
            <a:avLst/>
          </a:prstGeom>
          <a:noFill/>
        </p:spPr>
        <p:txBody>
          <a:bodyPr wrap="none" rtlCol="0">
            <a:spAutoFit/>
          </a:bodyPr>
          <a:lstStyle/>
          <a:p>
            <a:pPr algn="ctr"/>
            <a:r>
              <a:rPr lang="en-US" sz="1600" dirty="0">
                <a:solidFill>
                  <a:schemeClr val="tx1"/>
                </a:solidFill>
                <a:latin typeface="Sans Serif Collection" panose="020B0502040504020204" pitchFamily="34" charset="0"/>
                <a:ea typeface="Sans Serif Collection" panose="020B0502040504020204" pitchFamily="34" charset="0"/>
                <a:cs typeface="Sans Serif Collection" panose="020B0502040504020204" pitchFamily="34" charset="0"/>
              </a:rPr>
              <a:t>Log</a:t>
            </a:r>
            <a:r>
              <a:rPr lang="en-US" sz="1600" baseline="-25000" dirty="0">
                <a:solidFill>
                  <a:schemeClr val="tx1"/>
                </a:solidFill>
                <a:latin typeface="Sans Serif Collection" panose="020B0502040504020204" pitchFamily="34" charset="0"/>
                <a:ea typeface="Sans Serif Collection" panose="020B0502040504020204" pitchFamily="34" charset="0"/>
                <a:cs typeface="Sans Serif Collection" panose="020B0502040504020204" pitchFamily="34" charset="0"/>
              </a:rPr>
              <a:t>10</a:t>
            </a:r>
            <a:r>
              <a:rPr lang="en-US" sz="1600" dirty="0">
                <a:solidFill>
                  <a:schemeClr val="tx1"/>
                </a:solidFill>
                <a:latin typeface="Sans Serif Collection" panose="020B0502040504020204" pitchFamily="34" charset="0"/>
                <a:ea typeface="Sans Serif Collection" panose="020B0502040504020204" pitchFamily="34" charset="0"/>
                <a:cs typeface="Sans Serif Collection" panose="020B0502040504020204" pitchFamily="34" charset="0"/>
              </a:rPr>
              <a:t> LSE of Weight Permutations for Network Ranked 1</a:t>
            </a:r>
            <a:r>
              <a:rPr lang="en-US" sz="1600" baseline="30000" dirty="0">
                <a:solidFill>
                  <a:schemeClr val="tx1"/>
                </a:solidFill>
                <a:latin typeface="Sans Serif Collection" panose="020B0502040504020204" pitchFamily="34" charset="0"/>
                <a:ea typeface="Sans Serif Collection" panose="020B0502040504020204" pitchFamily="34" charset="0"/>
                <a:cs typeface="Sans Serif Collection" panose="020B0502040504020204" pitchFamily="34" charset="0"/>
              </a:rPr>
              <a:t>st</a:t>
            </a:r>
            <a:r>
              <a:rPr lang="en-US" sz="1600" dirty="0">
                <a:solidFill>
                  <a:schemeClr val="tx1"/>
                </a:solidFill>
                <a:latin typeface="Sans Serif Collection" panose="020B0502040504020204" pitchFamily="34" charset="0"/>
                <a:ea typeface="Sans Serif Collection" panose="020B0502040504020204" pitchFamily="34" charset="0"/>
                <a:cs typeface="Sans Serif Collection" panose="020B0502040504020204" pitchFamily="34" charset="0"/>
              </a:rPr>
              <a:t> </a:t>
            </a:r>
          </a:p>
          <a:p>
            <a:pPr algn="ctr"/>
            <a:r>
              <a:rPr lang="en-US" sz="1600" i="1" dirty="0">
                <a:solidFill>
                  <a:schemeClr val="tx1"/>
                </a:solidFill>
                <a:latin typeface="Sans Serif Collection" panose="020B0502040504020204" pitchFamily="34" charset="0"/>
                <a:ea typeface="Sans Serif Collection" panose="020B0502040504020204" pitchFamily="34" charset="0"/>
                <a:cs typeface="Sans Serif Collection" panose="020B0502040504020204" pitchFamily="34" charset="0"/>
              </a:rPr>
              <a:t>w</a:t>
            </a:r>
            <a:r>
              <a:rPr lang="en-US" sz="1600" dirty="0">
                <a:solidFill>
                  <a:schemeClr val="tx1"/>
                </a:solidFill>
                <a:latin typeface="Sans Serif Collection" panose="020B0502040504020204" pitchFamily="34" charset="0"/>
                <a:ea typeface="Sans Serif Collection" panose="020B0502040504020204" pitchFamily="34" charset="0"/>
                <a:cs typeface="Sans Serif Collection" panose="020B0502040504020204" pitchFamily="34" charset="0"/>
              </a:rPr>
              <a:t> estimated only (dark); </a:t>
            </a:r>
            <a:r>
              <a:rPr lang="en-US" sz="1600" i="1" dirty="0">
                <a:solidFill>
                  <a:schemeClr val="tx1"/>
                </a:solidFill>
                <a:latin typeface="Sans Serif Collection" panose="020B0502040504020204" pitchFamily="34" charset="0"/>
                <a:ea typeface="Sans Serif Collection" panose="020B0502040504020204" pitchFamily="34" charset="0"/>
                <a:cs typeface="Sans Serif Collection" panose="020B0502040504020204" pitchFamily="34" charset="0"/>
              </a:rPr>
              <a:t>P</a:t>
            </a:r>
            <a:r>
              <a:rPr lang="en-US" sz="1600" dirty="0">
                <a:solidFill>
                  <a:schemeClr val="tx1"/>
                </a:solidFill>
                <a:latin typeface="Sans Serif Collection" panose="020B0502040504020204" pitchFamily="34" charset="0"/>
                <a:ea typeface="Sans Serif Collection" panose="020B0502040504020204" pitchFamily="34" charset="0"/>
                <a:cs typeface="Sans Serif Collection" panose="020B0502040504020204" pitchFamily="34" charset="0"/>
              </a:rPr>
              <a:t>, </a:t>
            </a:r>
            <a:r>
              <a:rPr lang="en-US" sz="1600" i="1" dirty="0">
                <a:solidFill>
                  <a:schemeClr val="tx1"/>
                </a:solidFill>
                <a:latin typeface="Sans Serif Collection" panose="020B0502040504020204" pitchFamily="34" charset="0"/>
                <a:ea typeface="Sans Serif Collection" panose="020B0502040504020204" pitchFamily="34" charset="0"/>
                <a:cs typeface="Sans Serif Collection" panose="020B0502040504020204" pitchFamily="34" charset="0"/>
              </a:rPr>
              <a:t>b</a:t>
            </a:r>
            <a:r>
              <a:rPr lang="en-US" sz="1600" dirty="0">
                <a:solidFill>
                  <a:schemeClr val="tx1"/>
                </a:solidFill>
                <a:latin typeface="Sans Serif Collection" panose="020B0502040504020204" pitchFamily="34" charset="0"/>
                <a:ea typeface="Sans Serif Collection" panose="020B0502040504020204" pitchFamily="34" charset="0"/>
                <a:cs typeface="Sans Serif Collection" panose="020B0502040504020204" pitchFamily="34" charset="0"/>
              </a:rPr>
              <a:t>, &amp; </a:t>
            </a:r>
            <a:r>
              <a:rPr lang="en-US" sz="1600" i="1" dirty="0">
                <a:solidFill>
                  <a:schemeClr val="tx1"/>
                </a:solidFill>
                <a:latin typeface="Sans Serif Collection" panose="020B0502040504020204" pitchFamily="34" charset="0"/>
                <a:ea typeface="Sans Serif Collection" panose="020B0502040504020204" pitchFamily="34" charset="0"/>
                <a:cs typeface="Sans Serif Collection" panose="020B0502040504020204" pitchFamily="34" charset="0"/>
              </a:rPr>
              <a:t>w</a:t>
            </a:r>
            <a:r>
              <a:rPr lang="en-US" sz="1600" dirty="0">
                <a:solidFill>
                  <a:schemeClr val="tx1"/>
                </a:solidFill>
                <a:latin typeface="Sans Serif Collection" panose="020B0502040504020204" pitchFamily="34" charset="0"/>
                <a:ea typeface="Sans Serif Collection" panose="020B0502040504020204" pitchFamily="34" charset="0"/>
                <a:cs typeface="Sans Serif Collection" panose="020B0502040504020204" pitchFamily="34" charset="0"/>
              </a:rPr>
              <a:t> all estimated (light)</a:t>
            </a:r>
          </a:p>
        </p:txBody>
      </p:sp>
      <p:sp>
        <p:nvSpPr>
          <p:cNvPr id="179" name="TextBox 178">
            <a:extLst>
              <a:ext uri="{FF2B5EF4-FFF2-40B4-BE49-F238E27FC236}">
                <a16:creationId xmlns:a16="http://schemas.microsoft.com/office/drawing/2014/main" id="{A8BD7BAD-7EEC-7E38-BCD8-8371638001A1}"/>
              </a:ext>
            </a:extLst>
          </p:cNvPr>
          <p:cNvSpPr txBox="1"/>
          <p:nvPr/>
        </p:nvSpPr>
        <p:spPr>
          <a:xfrm>
            <a:off x="36407650" y="15167886"/>
            <a:ext cx="5751896" cy="584775"/>
          </a:xfrm>
          <a:prstGeom prst="rect">
            <a:avLst/>
          </a:prstGeom>
          <a:noFill/>
        </p:spPr>
        <p:txBody>
          <a:bodyPr wrap="none" rtlCol="0">
            <a:spAutoFit/>
          </a:bodyPr>
          <a:lstStyle/>
          <a:p>
            <a:pPr algn="ctr"/>
            <a:r>
              <a:rPr lang="en-US" sz="1600" dirty="0">
                <a:solidFill>
                  <a:schemeClr val="tx1"/>
                </a:solidFill>
                <a:latin typeface="Sans Serif Collection" panose="020B0502040504020204" pitchFamily="34" charset="0"/>
                <a:ea typeface="Sans Serif Collection" panose="020B0502040504020204" pitchFamily="34" charset="0"/>
                <a:cs typeface="Sans Serif Collection" panose="020B0502040504020204" pitchFamily="34" charset="0"/>
              </a:rPr>
              <a:t>Log</a:t>
            </a:r>
            <a:r>
              <a:rPr lang="en-US" sz="1600" baseline="-25000" dirty="0">
                <a:solidFill>
                  <a:schemeClr val="tx1"/>
                </a:solidFill>
                <a:latin typeface="Sans Serif Collection" panose="020B0502040504020204" pitchFamily="34" charset="0"/>
                <a:ea typeface="Sans Serif Collection" panose="020B0502040504020204" pitchFamily="34" charset="0"/>
                <a:cs typeface="Sans Serif Collection" panose="020B0502040504020204" pitchFamily="34" charset="0"/>
              </a:rPr>
              <a:t>10</a:t>
            </a:r>
            <a:r>
              <a:rPr lang="en-US" sz="1600" dirty="0">
                <a:solidFill>
                  <a:schemeClr val="tx1"/>
                </a:solidFill>
                <a:latin typeface="Sans Serif Collection" panose="020B0502040504020204" pitchFamily="34" charset="0"/>
                <a:ea typeface="Sans Serif Collection" panose="020B0502040504020204" pitchFamily="34" charset="0"/>
                <a:cs typeface="Sans Serif Collection" panose="020B0502040504020204" pitchFamily="34" charset="0"/>
              </a:rPr>
              <a:t> LSE of Weight Permutations for Network Ranked 7</a:t>
            </a:r>
            <a:r>
              <a:rPr lang="en-US" sz="1600" baseline="30000" dirty="0">
                <a:solidFill>
                  <a:schemeClr val="tx1"/>
                </a:solidFill>
                <a:latin typeface="Sans Serif Collection" panose="020B0502040504020204" pitchFamily="34" charset="0"/>
                <a:ea typeface="Sans Serif Collection" panose="020B0502040504020204" pitchFamily="34" charset="0"/>
                <a:cs typeface="Sans Serif Collection" panose="020B0502040504020204" pitchFamily="34" charset="0"/>
              </a:rPr>
              <a:t>th</a:t>
            </a:r>
            <a:r>
              <a:rPr lang="en-US" sz="1600" dirty="0">
                <a:solidFill>
                  <a:schemeClr val="tx1"/>
                </a:solidFill>
                <a:latin typeface="Sans Serif Collection" panose="020B0502040504020204" pitchFamily="34" charset="0"/>
                <a:ea typeface="Sans Serif Collection" panose="020B0502040504020204" pitchFamily="34" charset="0"/>
                <a:cs typeface="Sans Serif Collection" panose="020B0502040504020204" pitchFamily="34" charset="0"/>
              </a:rPr>
              <a:t> </a:t>
            </a:r>
          </a:p>
          <a:p>
            <a:pPr algn="ctr"/>
            <a:r>
              <a:rPr lang="en-US" sz="1600" i="1" dirty="0">
                <a:solidFill>
                  <a:schemeClr val="tx1"/>
                </a:solidFill>
                <a:latin typeface="Sans Serif Collection" panose="020B0502040504020204" pitchFamily="34" charset="0"/>
                <a:ea typeface="Sans Serif Collection" panose="020B0502040504020204" pitchFamily="34" charset="0"/>
                <a:cs typeface="Sans Serif Collection" panose="020B0502040504020204" pitchFamily="34" charset="0"/>
              </a:rPr>
              <a:t>w</a:t>
            </a:r>
            <a:r>
              <a:rPr lang="en-US" sz="1600" dirty="0">
                <a:solidFill>
                  <a:schemeClr val="tx1"/>
                </a:solidFill>
                <a:latin typeface="Sans Serif Collection" panose="020B0502040504020204" pitchFamily="34" charset="0"/>
                <a:ea typeface="Sans Serif Collection" panose="020B0502040504020204" pitchFamily="34" charset="0"/>
                <a:cs typeface="Sans Serif Collection" panose="020B0502040504020204" pitchFamily="34" charset="0"/>
              </a:rPr>
              <a:t> estimated only (dark); </a:t>
            </a:r>
            <a:r>
              <a:rPr lang="en-US" sz="1600" i="1" dirty="0">
                <a:solidFill>
                  <a:schemeClr val="tx1"/>
                </a:solidFill>
                <a:latin typeface="Sans Serif Collection" panose="020B0502040504020204" pitchFamily="34" charset="0"/>
                <a:ea typeface="Sans Serif Collection" panose="020B0502040504020204" pitchFamily="34" charset="0"/>
                <a:cs typeface="Sans Serif Collection" panose="020B0502040504020204" pitchFamily="34" charset="0"/>
              </a:rPr>
              <a:t>P</a:t>
            </a:r>
            <a:r>
              <a:rPr lang="en-US" sz="1600" dirty="0">
                <a:solidFill>
                  <a:schemeClr val="tx1"/>
                </a:solidFill>
                <a:latin typeface="Sans Serif Collection" panose="020B0502040504020204" pitchFamily="34" charset="0"/>
                <a:ea typeface="Sans Serif Collection" panose="020B0502040504020204" pitchFamily="34" charset="0"/>
                <a:cs typeface="Sans Serif Collection" panose="020B0502040504020204" pitchFamily="34" charset="0"/>
              </a:rPr>
              <a:t>, </a:t>
            </a:r>
            <a:r>
              <a:rPr lang="en-US" sz="1600" i="1" dirty="0">
                <a:solidFill>
                  <a:schemeClr val="tx1"/>
                </a:solidFill>
                <a:latin typeface="Sans Serif Collection" panose="020B0502040504020204" pitchFamily="34" charset="0"/>
                <a:ea typeface="Sans Serif Collection" panose="020B0502040504020204" pitchFamily="34" charset="0"/>
                <a:cs typeface="Sans Serif Collection" panose="020B0502040504020204" pitchFamily="34" charset="0"/>
              </a:rPr>
              <a:t>b</a:t>
            </a:r>
            <a:r>
              <a:rPr lang="en-US" sz="1600" dirty="0">
                <a:solidFill>
                  <a:schemeClr val="tx1"/>
                </a:solidFill>
                <a:latin typeface="Sans Serif Collection" panose="020B0502040504020204" pitchFamily="34" charset="0"/>
                <a:ea typeface="Sans Serif Collection" panose="020B0502040504020204" pitchFamily="34" charset="0"/>
                <a:cs typeface="Sans Serif Collection" panose="020B0502040504020204" pitchFamily="34" charset="0"/>
              </a:rPr>
              <a:t>, &amp; </a:t>
            </a:r>
            <a:r>
              <a:rPr lang="en-US" sz="1600" i="1" dirty="0">
                <a:solidFill>
                  <a:schemeClr val="tx1"/>
                </a:solidFill>
                <a:latin typeface="Sans Serif Collection" panose="020B0502040504020204" pitchFamily="34" charset="0"/>
                <a:ea typeface="Sans Serif Collection" panose="020B0502040504020204" pitchFamily="34" charset="0"/>
                <a:cs typeface="Sans Serif Collection" panose="020B0502040504020204" pitchFamily="34" charset="0"/>
              </a:rPr>
              <a:t>w</a:t>
            </a:r>
            <a:r>
              <a:rPr lang="en-US" sz="1600" dirty="0">
                <a:solidFill>
                  <a:schemeClr val="tx1"/>
                </a:solidFill>
                <a:latin typeface="Sans Serif Collection" panose="020B0502040504020204" pitchFamily="34" charset="0"/>
                <a:ea typeface="Sans Serif Collection" panose="020B0502040504020204" pitchFamily="34" charset="0"/>
                <a:cs typeface="Sans Serif Collection" panose="020B0502040504020204" pitchFamily="34" charset="0"/>
              </a:rPr>
              <a:t> all estimated (light)</a:t>
            </a:r>
          </a:p>
        </p:txBody>
      </p:sp>
      <p:pic>
        <p:nvPicPr>
          <p:cNvPr id="149" name="Picture 148" descr="A qr code on a white background&#10;&#10;AI-generated content may be incorrect.">
            <a:extLst>
              <a:ext uri="{FF2B5EF4-FFF2-40B4-BE49-F238E27FC236}">
                <a16:creationId xmlns:a16="http://schemas.microsoft.com/office/drawing/2014/main" id="{AB224F84-44CE-8017-FA7A-EE21F610B5BA}"/>
              </a:ext>
            </a:extLst>
          </p:cNvPr>
          <p:cNvPicPr>
            <a:picLocks noChangeAspect="1"/>
          </p:cNvPicPr>
          <p:nvPr/>
        </p:nvPicPr>
        <p:blipFill>
          <a:blip r:embed="rId42"/>
          <a:stretch>
            <a:fillRect/>
          </a:stretch>
        </p:blipFill>
        <p:spPr>
          <a:xfrm>
            <a:off x="11317216" y="3828327"/>
            <a:ext cx="1645920" cy="1645920"/>
          </a:xfrm>
          <a:prstGeom prst="rect">
            <a:avLst/>
          </a:prstGeom>
        </p:spPr>
      </p:pic>
      <p:pic>
        <p:nvPicPr>
          <p:cNvPr id="160" name="Picture 159" descr="A qr code on a white background&#10;&#10;AI-generated content may be incorrect.">
            <a:extLst>
              <a:ext uri="{FF2B5EF4-FFF2-40B4-BE49-F238E27FC236}">
                <a16:creationId xmlns:a16="http://schemas.microsoft.com/office/drawing/2014/main" id="{A6201406-77B3-1F17-760B-4CB3E732CD32}"/>
              </a:ext>
            </a:extLst>
          </p:cNvPr>
          <p:cNvPicPr>
            <a:picLocks noChangeAspect="1"/>
          </p:cNvPicPr>
          <p:nvPr/>
        </p:nvPicPr>
        <p:blipFill>
          <a:blip r:embed="rId43"/>
          <a:stretch>
            <a:fillRect/>
          </a:stretch>
        </p:blipFill>
        <p:spPr>
          <a:xfrm>
            <a:off x="30998404" y="3922776"/>
            <a:ext cx="1645920" cy="1645920"/>
          </a:xfrm>
          <a:prstGeom prst="rect">
            <a:avLst/>
          </a:prstGeom>
        </p:spPr>
      </p:pic>
      <p:grpSp>
        <p:nvGrpSpPr>
          <p:cNvPr id="188" name="Group 187">
            <a:extLst>
              <a:ext uri="{FF2B5EF4-FFF2-40B4-BE49-F238E27FC236}">
                <a16:creationId xmlns:a16="http://schemas.microsoft.com/office/drawing/2014/main" id="{A7CBAA62-C06A-8BEC-455C-8326305E438B}"/>
              </a:ext>
            </a:extLst>
          </p:cNvPr>
          <p:cNvGrpSpPr/>
          <p:nvPr/>
        </p:nvGrpSpPr>
        <p:grpSpPr>
          <a:xfrm>
            <a:off x="15429801" y="23374348"/>
            <a:ext cx="8292101" cy="3692548"/>
            <a:chOff x="15429801" y="26873128"/>
            <a:chExt cx="8292101" cy="3692548"/>
          </a:xfrm>
        </p:grpSpPr>
        <p:pic>
          <p:nvPicPr>
            <p:cNvPr id="7" name="Picture 6" descr="A graph with a number of rectangular objects&#10;&#10;AI-generated content may be incorrect.">
              <a:extLst>
                <a:ext uri="{FF2B5EF4-FFF2-40B4-BE49-F238E27FC236}">
                  <a16:creationId xmlns:a16="http://schemas.microsoft.com/office/drawing/2014/main" id="{2F4A0735-CCAF-2FDC-0AFB-86443B5564E9}"/>
                </a:ext>
              </a:extLst>
            </p:cNvPr>
            <p:cNvPicPr>
              <a:picLocks noChangeAspect="1"/>
            </p:cNvPicPr>
            <p:nvPr/>
          </p:nvPicPr>
          <p:blipFill>
            <a:blip r:embed="rId44"/>
            <a:srcRect l="7960" t="14314" b="10589"/>
            <a:stretch>
              <a:fillRect/>
            </a:stretch>
          </p:blipFill>
          <p:spPr>
            <a:xfrm>
              <a:off x="15429801" y="26873128"/>
              <a:ext cx="8292101" cy="3416320"/>
            </a:xfrm>
            <a:prstGeom prst="rect">
              <a:avLst/>
            </a:prstGeom>
          </p:spPr>
        </p:pic>
        <p:sp>
          <p:nvSpPr>
            <p:cNvPr id="187" name="TextBox 186">
              <a:extLst>
                <a:ext uri="{FF2B5EF4-FFF2-40B4-BE49-F238E27FC236}">
                  <a16:creationId xmlns:a16="http://schemas.microsoft.com/office/drawing/2014/main" id="{AE62FCA5-A352-ECA1-21F3-DC47CFA26AB3}"/>
                </a:ext>
              </a:extLst>
            </p:cNvPr>
            <p:cNvSpPr txBox="1"/>
            <p:nvPr/>
          </p:nvSpPr>
          <p:spPr>
            <a:xfrm>
              <a:off x="17696573" y="30165566"/>
              <a:ext cx="3025042" cy="400110"/>
            </a:xfrm>
            <a:prstGeom prst="rect">
              <a:avLst/>
            </a:prstGeom>
            <a:noFill/>
          </p:spPr>
          <p:txBody>
            <a:bodyPr wrap="square" rtlCol="0">
              <a:spAutoFit/>
            </a:bodyPr>
            <a:lstStyle/>
            <a:p>
              <a:r>
                <a:rPr lang="en-US" sz="2000" dirty="0">
                  <a:latin typeface="Sans Serif Collection" panose="020B0502040504020204" pitchFamily="34" charset="0"/>
                  <a:ea typeface="Sans Serif Collection" panose="020B0502040504020204" pitchFamily="34" charset="0"/>
                  <a:cs typeface="Sans Serif Collection" panose="020B0502040504020204" pitchFamily="34" charset="0"/>
                </a:rPr>
                <a:t>log</a:t>
              </a:r>
              <a:r>
                <a:rPr lang="en-US" sz="2000" baseline="-25000" dirty="0">
                  <a:latin typeface="Sans Serif Collection" panose="020B0502040504020204" pitchFamily="34" charset="0"/>
                  <a:ea typeface="Sans Serif Collection" panose="020B0502040504020204" pitchFamily="34" charset="0"/>
                  <a:cs typeface="Sans Serif Collection" panose="020B0502040504020204" pitchFamily="34" charset="0"/>
                </a:rPr>
                <a:t>10</a:t>
              </a:r>
              <a:r>
                <a:rPr lang="en-US" sz="2000" dirty="0">
                  <a:latin typeface="Sans Serif Collection" panose="020B0502040504020204" pitchFamily="34" charset="0"/>
                  <a:ea typeface="Sans Serif Collection" panose="020B0502040504020204" pitchFamily="34" charset="0"/>
                  <a:cs typeface="Sans Serif Collection" panose="020B0502040504020204" pitchFamily="34" charset="0"/>
                </a:rPr>
                <a:t> of the weight LSE</a:t>
              </a:r>
            </a:p>
          </p:txBody>
        </p:sp>
      </p:grpSp>
      <p:sp>
        <p:nvSpPr>
          <p:cNvPr id="189" name="TextBox 188">
            <a:extLst>
              <a:ext uri="{FF2B5EF4-FFF2-40B4-BE49-F238E27FC236}">
                <a16:creationId xmlns:a16="http://schemas.microsoft.com/office/drawing/2014/main" id="{324A6AFC-4C96-02D5-F01B-C8DF856AF98E}"/>
              </a:ext>
            </a:extLst>
          </p:cNvPr>
          <p:cNvSpPr txBox="1"/>
          <p:nvPr/>
        </p:nvSpPr>
        <p:spPr>
          <a:xfrm>
            <a:off x="28973923" y="8648920"/>
            <a:ext cx="300082" cy="369332"/>
          </a:xfrm>
          <a:prstGeom prst="rect">
            <a:avLst/>
          </a:prstGeom>
          <a:noFill/>
        </p:spPr>
        <p:txBody>
          <a:bodyPr wrap="none" rtlCol="0">
            <a:spAutoFit/>
          </a:bodyPr>
          <a:lstStyle/>
          <a:p>
            <a:r>
              <a:rPr lang="en-US" sz="1800" b="1" dirty="0">
                <a:latin typeface="Times New Roman" panose="02020603050405020304" pitchFamily="18" charset="0"/>
                <a:ea typeface="Sans Serif Collection" panose="020B0502040504020204" pitchFamily="34" charset="0"/>
                <a:cs typeface="Times New Roman" panose="02020603050405020304" pitchFamily="18" charset="0"/>
              </a:rPr>
              <a:t>†</a:t>
            </a:r>
            <a:endParaRPr lang="en-US" sz="1800" dirty="0">
              <a:latin typeface="Times New Roman" panose="02020603050405020304" pitchFamily="18" charset="0"/>
              <a:cs typeface="Times New Roman" panose="02020603050405020304" pitchFamily="18" charset="0"/>
            </a:endParaRPr>
          </a:p>
        </p:txBody>
      </p:sp>
      <p:sp>
        <p:nvSpPr>
          <p:cNvPr id="190" name="TextBox 189">
            <a:extLst>
              <a:ext uri="{FF2B5EF4-FFF2-40B4-BE49-F238E27FC236}">
                <a16:creationId xmlns:a16="http://schemas.microsoft.com/office/drawing/2014/main" id="{F8A3E0AC-27B8-4EDE-D096-5F6A4EABDE78}"/>
              </a:ext>
            </a:extLst>
          </p:cNvPr>
          <p:cNvSpPr txBox="1"/>
          <p:nvPr/>
        </p:nvSpPr>
        <p:spPr>
          <a:xfrm>
            <a:off x="36842552" y="8653025"/>
            <a:ext cx="415498" cy="646331"/>
          </a:xfrm>
          <a:prstGeom prst="rect">
            <a:avLst/>
          </a:prstGeom>
          <a:noFill/>
        </p:spPr>
        <p:txBody>
          <a:bodyPr wrap="none" rtlCol="0">
            <a:spAutoFit/>
          </a:bodyPr>
          <a:lstStyle/>
          <a:p>
            <a:r>
              <a:rPr lang="en-US" sz="1800" b="1" dirty="0">
                <a:latin typeface="Times New Roman" panose="02020603050405020304" pitchFamily="18" charset="0"/>
                <a:ea typeface="Sans Serif Collection" panose="020B0502040504020204" pitchFamily="34" charset="0"/>
                <a:cs typeface="Times New Roman" panose="02020603050405020304" pitchFamily="18" charset="0"/>
              </a:rPr>
              <a:t>††</a:t>
            </a:r>
            <a:endParaRPr lang="en-US" sz="1800" dirty="0">
              <a:latin typeface="Times New Roman" panose="02020603050405020304" pitchFamily="18" charset="0"/>
              <a:cs typeface="Times New Roman" panose="02020603050405020304" pitchFamily="18" charset="0"/>
            </a:endParaRPr>
          </a:p>
          <a:p>
            <a:endParaRPr lang="en-US" sz="1800" dirty="0">
              <a:latin typeface="Times New Roman" panose="02020603050405020304" pitchFamily="18" charset="0"/>
              <a:cs typeface="Times New Roman" panose="02020603050405020304" pitchFamily="18" charset="0"/>
            </a:endParaRPr>
          </a:p>
        </p:txBody>
      </p:sp>
      <p:grpSp>
        <p:nvGrpSpPr>
          <p:cNvPr id="191" name="Group 190">
            <a:extLst>
              <a:ext uri="{FF2B5EF4-FFF2-40B4-BE49-F238E27FC236}">
                <a16:creationId xmlns:a16="http://schemas.microsoft.com/office/drawing/2014/main" id="{6C76272B-98B6-BE33-929B-73FC4CEBC55A}"/>
              </a:ext>
            </a:extLst>
          </p:cNvPr>
          <p:cNvGrpSpPr/>
          <p:nvPr/>
        </p:nvGrpSpPr>
        <p:grpSpPr>
          <a:xfrm>
            <a:off x="27832926" y="20724041"/>
            <a:ext cx="3009092" cy="1284813"/>
            <a:chOff x="14871711" y="35032677"/>
            <a:chExt cx="3046150" cy="1284813"/>
          </a:xfrm>
        </p:grpSpPr>
        <p:sp>
          <p:nvSpPr>
            <p:cNvPr id="192" name="TextBox 191">
              <a:extLst>
                <a:ext uri="{FF2B5EF4-FFF2-40B4-BE49-F238E27FC236}">
                  <a16:creationId xmlns:a16="http://schemas.microsoft.com/office/drawing/2014/main" id="{AD1A7593-FD79-1F86-F98F-03CB9C80CB36}"/>
                </a:ext>
              </a:extLst>
            </p:cNvPr>
            <p:cNvSpPr txBox="1"/>
            <p:nvPr/>
          </p:nvSpPr>
          <p:spPr>
            <a:xfrm>
              <a:off x="14871712" y="35917380"/>
              <a:ext cx="2302294" cy="400110"/>
            </a:xfrm>
            <a:prstGeom prst="rect">
              <a:avLst/>
            </a:prstGeom>
            <a:noFill/>
          </p:spPr>
          <p:txBody>
            <a:bodyPr wrap="square" rtlCol="0">
              <a:spAutoFit/>
            </a:bodyPr>
            <a:lstStyle/>
            <a:p>
              <a:r>
                <a:rPr lang="en-US" sz="1000" dirty="0">
                  <a:latin typeface="Sans Serif Collection" panose="020B0502040504020204" pitchFamily="34" charset="0"/>
                  <a:ea typeface="Sans Serif Collection" panose="020B0502040504020204" pitchFamily="34" charset="0"/>
                  <a:cs typeface="Sans Serif Collection" panose="020B0502040504020204" pitchFamily="34" charset="0"/>
                </a:rPr>
                <a:t>Estimate </a:t>
              </a:r>
              <a:r>
                <a:rPr lang="en-US" sz="1000" i="1" dirty="0">
                  <a:latin typeface="Sans Serif Collection" panose="020B0502040504020204" pitchFamily="34" charset="0"/>
                  <a:ea typeface="Sans Serif Collection" panose="020B0502040504020204" pitchFamily="34" charset="0"/>
                  <a:cs typeface="Sans Serif Collection" panose="020B0502040504020204" pitchFamily="34" charset="0"/>
                </a:rPr>
                <a:t>w</a:t>
              </a:r>
              <a:r>
                <a:rPr lang="en-US" sz="1000" dirty="0">
                  <a:latin typeface="Sans Serif Collection" panose="020B0502040504020204" pitchFamily="34" charset="0"/>
                  <a:ea typeface="Sans Serif Collection" panose="020B0502040504020204" pitchFamily="34" charset="0"/>
                  <a:cs typeface="Sans Serif Collection" panose="020B0502040504020204" pitchFamily="34" charset="0"/>
                </a:rPr>
                <a:t> </a:t>
              </a:r>
            </a:p>
            <a:p>
              <a:r>
                <a:rPr lang="en-US" sz="1000" i="1" dirty="0">
                  <a:latin typeface="Sans Serif Collection" panose="020B0502040504020204" pitchFamily="34" charset="0"/>
                  <a:ea typeface="Sans Serif Collection" panose="020B0502040504020204" pitchFamily="34" charset="0"/>
                  <a:cs typeface="Sans Serif Collection" panose="020B0502040504020204" pitchFamily="34" charset="0"/>
                </a:rPr>
                <a:t>P </a:t>
              </a:r>
              <a:r>
                <a:rPr lang="en-US" sz="1000" dirty="0">
                  <a:latin typeface="Sans Serif Collection" panose="020B0502040504020204" pitchFamily="34" charset="0"/>
                  <a:ea typeface="Sans Serif Collection" panose="020B0502040504020204" pitchFamily="34" charset="0"/>
                  <a:cs typeface="Sans Serif Collection" panose="020B0502040504020204" pitchFamily="34" charset="0"/>
                </a:rPr>
                <a:t>and </a:t>
              </a:r>
              <a:r>
                <a:rPr lang="en-US" sz="1000" i="1" dirty="0">
                  <a:latin typeface="Sans Serif Collection" panose="020B0502040504020204" pitchFamily="34" charset="0"/>
                  <a:ea typeface="Sans Serif Collection" panose="020B0502040504020204" pitchFamily="34" charset="0"/>
                  <a:cs typeface="Sans Serif Collection" panose="020B0502040504020204" pitchFamily="34" charset="0"/>
                </a:rPr>
                <a:t>b</a:t>
              </a:r>
              <a:r>
                <a:rPr lang="en-US" sz="1000" dirty="0">
                  <a:latin typeface="Sans Serif Collection" panose="020B0502040504020204" pitchFamily="34" charset="0"/>
                  <a:ea typeface="Sans Serif Collection" panose="020B0502040504020204" pitchFamily="34" charset="0"/>
                  <a:cs typeface="Sans Serif Collection" panose="020B0502040504020204" pitchFamily="34" charset="0"/>
                </a:rPr>
                <a:t> constant</a:t>
              </a:r>
            </a:p>
          </p:txBody>
        </p:sp>
        <p:sp>
          <p:nvSpPr>
            <p:cNvPr id="193" name="TextBox 192">
              <a:extLst>
                <a:ext uri="{FF2B5EF4-FFF2-40B4-BE49-F238E27FC236}">
                  <a16:creationId xmlns:a16="http://schemas.microsoft.com/office/drawing/2014/main" id="{571A4241-C344-7326-3C2B-406BEADEF4CE}"/>
                </a:ext>
              </a:extLst>
            </p:cNvPr>
            <p:cNvSpPr txBox="1"/>
            <p:nvPr/>
          </p:nvSpPr>
          <p:spPr>
            <a:xfrm>
              <a:off x="14871712" y="35295109"/>
              <a:ext cx="3046149" cy="400110"/>
            </a:xfrm>
            <a:prstGeom prst="rect">
              <a:avLst/>
            </a:prstGeom>
            <a:noFill/>
          </p:spPr>
          <p:txBody>
            <a:bodyPr wrap="square" rtlCol="0">
              <a:spAutoFit/>
            </a:bodyPr>
            <a:lstStyle/>
            <a:p>
              <a:r>
                <a:rPr lang="en-US" sz="1000" dirty="0">
                  <a:latin typeface="Sans Serif Collection" panose="020B0502040504020204" pitchFamily="34" charset="0"/>
                  <a:ea typeface="Sans Serif Collection" panose="020B0502040504020204" pitchFamily="34" charset="0"/>
                  <a:cs typeface="Sans Serif Collection" panose="020B0502040504020204" pitchFamily="34" charset="0"/>
                </a:rPr>
                <a:t>Estimate </a:t>
              </a:r>
              <a:r>
                <a:rPr lang="en-US" sz="1000" i="1" dirty="0">
                  <a:latin typeface="Sans Serif Collection" panose="020B0502040504020204" pitchFamily="34" charset="0"/>
                  <a:ea typeface="Sans Serif Collection" panose="020B0502040504020204" pitchFamily="34" charset="0"/>
                  <a:cs typeface="Sans Serif Collection" panose="020B0502040504020204" pitchFamily="34" charset="0"/>
                </a:rPr>
                <a:t>b</a:t>
              </a:r>
              <a:r>
                <a:rPr lang="en-US" sz="1000" dirty="0">
                  <a:latin typeface="Sans Serif Collection" panose="020B0502040504020204" pitchFamily="34" charset="0"/>
                  <a:ea typeface="Sans Serif Collection" panose="020B0502040504020204" pitchFamily="34" charset="0"/>
                  <a:cs typeface="Sans Serif Collection" panose="020B0502040504020204" pitchFamily="34" charset="0"/>
                </a:rPr>
                <a:t> and </a:t>
              </a:r>
              <a:r>
                <a:rPr lang="en-US" sz="1000" i="1" dirty="0">
                  <a:latin typeface="Sans Serif Collection" panose="020B0502040504020204" pitchFamily="34" charset="0"/>
                  <a:ea typeface="Sans Serif Collection" panose="020B0502040504020204" pitchFamily="34" charset="0"/>
                  <a:cs typeface="Sans Serif Collection" panose="020B0502040504020204" pitchFamily="34" charset="0"/>
                </a:rPr>
                <a:t>w</a:t>
              </a:r>
              <a:r>
                <a:rPr lang="en-US" sz="1000" dirty="0">
                  <a:latin typeface="Sans Serif Collection" panose="020B0502040504020204" pitchFamily="34" charset="0"/>
                  <a:ea typeface="Sans Serif Collection" panose="020B0502040504020204" pitchFamily="34" charset="0"/>
                  <a:cs typeface="Sans Serif Collection" panose="020B0502040504020204" pitchFamily="34" charset="0"/>
                </a:rPr>
                <a:t> </a:t>
              </a:r>
            </a:p>
            <a:p>
              <a:r>
                <a:rPr lang="en-US" sz="1000" i="1" dirty="0">
                  <a:latin typeface="Sans Serif Collection" panose="020B0502040504020204" pitchFamily="34" charset="0"/>
                  <a:ea typeface="Sans Serif Collection" panose="020B0502040504020204" pitchFamily="34" charset="0"/>
                  <a:cs typeface="Sans Serif Collection" panose="020B0502040504020204" pitchFamily="34" charset="0"/>
                </a:rPr>
                <a:t>P</a:t>
              </a:r>
              <a:r>
                <a:rPr lang="en-US" sz="1000" dirty="0">
                  <a:latin typeface="Sans Serif Collection" panose="020B0502040504020204" pitchFamily="34" charset="0"/>
                  <a:ea typeface="Sans Serif Collection" panose="020B0502040504020204" pitchFamily="34" charset="0"/>
                  <a:cs typeface="Sans Serif Collection" panose="020B0502040504020204" pitchFamily="34" charset="0"/>
                </a:rPr>
                <a:t> constant</a:t>
              </a:r>
            </a:p>
          </p:txBody>
        </p:sp>
        <p:sp>
          <p:nvSpPr>
            <p:cNvPr id="194" name="TextBox 193">
              <a:extLst>
                <a:ext uri="{FF2B5EF4-FFF2-40B4-BE49-F238E27FC236}">
                  <a16:creationId xmlns:a16="http://schemas.microsoft.com/office/drawing/2014/main" id="{8ADA7713-C486-69F3-6797-1D3A1B1B8192}"/>
                </a:ext>
              </a:extLst>
            </p:cNvPr>
            <p:cNvSpPr txBox="1"/>
            <p:nvPr/>
          </p:nvSpPr>
          <p:spPr>
            <a:xfrm>
              <a:off x="14871711" y="35590204"/>
              <a:ext cx="3046150" cy="400110"/>
            </a:xfrm>
            <a:prstGeom prst="rect">
              <a:avLst/>
            </a:prstGeom>
            <a:noFill/>
          </p:spPr>
          <p:txBody>
            <a:bodyPr wrap="square" rtlCol="0">
              <a:spAutoFit/>
            </a:bodyPr>
            <a:lstStyle/>
            <a:p>
              <a:r>
                <a:rPr lang="en-US" sz="1000" dirty="0">
                  <a:latin typeface="Sans Serif Collection" panose="020B0502040504020204" pitchFamily="34" charset="0"/>
                  <a:ea typeface="Sans Serif Collection" panose="020B0502040504020204" pitchFamily="34" charset="0"/>
                  <a:cs typeface="Sans Serif Collection" panose="020B0502040504020204" pitchFamily="34" charset="0"/>
                </a:rPr>
                <a:t>Estimate </a:t>
              </a:r>
              <a:r>
                <a:rPr lang="en-US" sz="1000" i="1" dirty="0">
                  <a:latin typeface="Sans Serif Collection" panose="020B0502040504020204" pitchFamily="34" charset="0"/>
                  <a:ea typeface="Sans Serif Collection" panose="020B0502040504020204" pitchFamily="34" charset="0"/>
                  <a:cs typeface="Sans Serif Collection" panose="020B0502040504020204" pitchFamily="34" charset="0"/>
                </a:rPr>
                <a:t>b</a:t>
              </a:r>
              <a:r>
                <a:rPr lang="en-US" sz="1000" dirty="0">
                  <a:latin typeface="Sans Serif Collection" panose="020B0502040504020204" pitchFamily="34" charset="0"/>
                  <a:ea typeface="Sans Serif Collection" panose="020B0502040504020204" pitchFamily="34" charset="0"/>
                  <a:cs typeface="Sans Serif Collection" panose="020B0502040504020204" pitchFamily="34" charset="0"/>
                </a:rPr>
                <a:t> and </a:t>
              </a:r>
              <a:r>
                <a:rPr lang="en-US" sz="1000" i="1" dirty="0">
                  <a:latin typeface="Sans Serif Collection" panose="020B0502040504020204" pitchFamily="34" charset="0"/>
                  <a:ea typeface="Sans Serif Collection" panose="020B0502040504020204" pitchFamily="34" charset="0"/>
                  <a:cs typeface="Sans Serif Collection" panose="020B0502040504020204" pitchFamily="34" charset="0"/>
                </a:rPr>
                <a:t>w</a:t>
              </a:r>
              <a:r>
                <a:rPr lang="en-US" sz="1000" dirty="0">
                  <a:latin typeface="Sans Serif Collection" panose="020B0502040504020204" pitchFamily="34" charset="0"/>
                  <a:ea typeface="Sans Serif Collection" panose="020B0502040504020204" pitchFamily="34" charset="0"/>
                  <a:cs typeface="Sans Serif Collection" panose="020B0502040504020204" pitchFamily="34" charset="0"/>
                </a:rPr>
                <a:t> </a:t>
              </a:r>
            </a:p>
            <a:p>
              <a:r>
                <a:rPr lang="en-US" sz="1000" i="1" dirty="0">
                  <a:latin typeface="Sans Serif Collection" panose="020B0502040504020204" pitchFamily="34" charset="0"/>
                  <a:ea typeface="Sans Serif Collection" panose="020B0502040504020204" pitchFamily="34" charset="0"/>
                  <a:cs typeface="Sans Serif Collection" panose="020B0502040504020204" pitchFamily="34" charset="0"/>
                </a:rPr>
                <a:t>b</a:t>
              </a:r>
              <a:r>
                <a:rPr lang="en-US" sz="1000" dirty="0">
                  <a:latin typeface="Sans Serif Collection" panose="020B0502040504020204" pitchFamily="34" charset="0"/>
                  <a:ea typeface="Sans Serif Collection" panose="020B0502040504020204" pitchFamily="34" charset="0"/>
                  <a:cs typeface="Sans Serif Collection" panose="020B0502040504020204" pitchFamily="34" charset="0"/>
                </a:rPr>
                <a:t> constant</a:t>
              </a:r>
            </a:p>
          </p:txBody>
        </p:sp>
        <p:sp>
          <p:nvSpPr>
            <p:cNvPr id="196" name="TextBox 195">
              <a:extLst>
                <a:ext uri="{FF2B5EF4-FFF2-40B4-BE49-F238E27FC236}">
                  <a16:creationId xmlns:a16="http://schemas.microsoft.com/office/drawing/2014/main" id="{CB7F7E2D-4F20-0A43-4BB7-409311ADDB30}"/>
                </a:ext>
              </a:extLst>
            </p:cNvPr>
            <p:cNvSpPr txBox="1"/>
            <p:nvPr/>
          </p:nvSpPr>
          <p:spPr>
            <a:xfrm>
              <a:off x="14881379" y="35032677"/>
              <a:ext cx="2302294" cy="246221"/>
            </a:xfrm>
            <a:prstGeom prst="rect">
              <a:avLst/>
            </a:prstGeom>
            <a:noFill/>
          </p:spPr>
          <p:txBody>
            <a:bodyPr wrap="square" rtlCol="0">
              <a:spAutoFit/>
            </a:bodyPr>
            <a:lstStyle/>
            <a:p>
              <a:r>
                <a:rPr lang="en-US" sz="1000" dirty="0">
                  <a:latin typeface="Sans Serif Collection" panose="020B0502040504020204" pitchFamily="34" charset="0"/>
                  <a:ea typeface="Sans Serif Collection" panose="020B0502040504020204" pitchFamily="34" charset="0"/>
                  <a:cs typeface="Sans Serif Collection" panose="020B0502040504020204" pitchFamily="34" charset="0"/>
                </a:rPr>
                <a:t>Estimate </a:t>
              </a:r>
              <a:r>
                <a:rPr lang="en-US" sz="1000" i="1" dirty="0">
                  <a:latin typeface="Sans Serif Collection" panose="020B0502040504020204" pitchFamily="34" charset="0"/>
                  <a:ea typeface="Sans Serif Collection" panose="020B0502040504020204" pitchFamily="34" charset="0"/>
                  <a:cs typeface="Sans Serif Collection" panose="020B0502040504020204" pitchFamily="34" charset="0"/>
                </a:rPr>
                <a:t>P, b, w</a:t>
              </a:r>
              <a:endParaRPr lang="en-US" sz="1000" dirty="0">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grpSp>
      <p:grpSp>
        <p:nvGrpSpPr>
          <p:cNvPr id="197" name="Group 196">
            <a:extLst>
              <a:ext uri="{FF2B5EF4-FFF2-40B4-BE49-F238E27FC236}">
                <a16:creationId xmlns:a16="http://schemas.microsoft.com/office/drawing/2014/main" id="{3FE5840A-AC5B-2F91-6723-270D72157A90}"/>
              </a:ext>
            </a:extLst>
          </p:cNvPr>
          <p:cNvGrpSpPr/>
          <p:nvPr/>
        </p:nvGrpSpPr>
        <p:grpSpPr>
          <a:xfrm>
            <a:off x="35545755" y="20748264"/>
            <a:ext cx="3009092" cy="1284813"/>
            <a:chOff x="14871711" y="35032677"/>
            <a:chExt cx="3046150" cy="1284813"/>
          </a:xfrm>
        </p:grpSpPr>
        <p:sp>
          <p:nvSpPr>
            <p:cNvPr id="198" name="TextBox 197">
              <a:extLst>
                <a:ext uri="{FF2B5EF4-FFF2-40B4-BE49-F238E27FC236}">
                  <a16:creationId xmlns:a16="http://schemas.microsoft.com/office/drawing/2014/main" id="{A5921373-9759-34DE-592E-2C0589E7BBD4}"/>
                </a:ext>
              </a:extLst>
            </p:cNvPr>
            <p:cNvSpPr txBox="1"/>
            <p:nvPr/>
          </p:nvSpPr>
          <p:spPr>
            <a:xfrm>
              <a:off x="14871712" y="35917380"/>
              <a:ext cx="2302294" cy="400110"/>
            </a:xfrm>
            <a:prstGeom prst="rect">
              <a:avLst/>
            </a:prstGeom>
            <a:noFill/>
          </p:spPr>
          <p:txBody>
            <a:bodyPr wrap="square" rtlCol="0">
              <a:spAutoFit/>
            </a:bodyPr>
            <a:lstStyle/>
            <a:p>
              <a:r>
                <a:rPr lang="en-US" sz="1000" dirty="0">
                  <a:latin typeface="Sans Serif Collection" panose="020B0502040504020204" pitchFamily="34" charset="0"/>
                  <a:ea typeface="Sans Serif Collection" panose="020B0502040504020204" pitchFamily="34" charset="0"/>
                  <a:cs typeface="Sans Serif Collection" panose="020B0502040504020204" pitchFamily="34" charset="0"/>
                </a:rPr>
                <a:t>Estimate </a:t>
              </a:r>
              <a:r>
                <a:rPr lang="en-US" sz="1000" i="1" dirty="0">
                  <a:latin typeface="Sans Serif Collection" panose="020B0502040504020204" pitchFamily="34" charset="0"/>
                  <a:ea typeface="Sans Serif Collection" panose="020B0502040504020204" pitchFamily="34" charset="0"/>
                  <a:cs typeface="Sans Serif Collection" panose="020B0502040504020204" pitchFamily="34" charset="0"/>
                </a:rPr>
                <a:t>w</a:t>
              </a:r>
              <a:r>
                <a:rPr lang="en-US" sz="1000" dirty="0">
                  <a:latin typeface="Sans Serif Collection" panose="020B0502040504020204" pitchFamily="34" charset="0"/>
                  <a:ea typeface="Sans Serif Collection" panose="020B0502040504020204" pitchFamily="34" charset="0"/>
                  <a:cs typeface="Sans Serif Collection" panose="020B0502040504020204" pitchFamily="34" charset="0"/>
                </a:rPr>
                <a:t> </a:t>
              </a:r>
            </a:p>
            <a:p>
              <a:r>
                <a:rPr lang="en-US" sz="1000" i="1" dirty="0">
                  <a:latin typeface="Sans Serif Collection" panose="020B0502040504020204" pitchFamily="34" charset="0"/>
                  <a:ea typeface="Sans Serif Collection" panose="020B0502040504020204" pitchFamily="34" charset="0"/>
                  <a:cs typeface="Sans Serif Collection" panose="020B0502040504020204" pitchFamily="34" charset="0"/>
                </a:rPr>
                <a:t>P </a:t>
              </a:r>
              <a:r>
                <a:rPr lang="en-US" sz="1000" dirty="0">
                  <a:latin typeface="Sans Serif Collection" panose="020B0502040504020204" pitchFamily="34" charset="0"/>
                  <a:ea typeface="Sans Serif Collection" panose="020B0502040504020204" pitchFamily="34" charset="0"/>
                  <a:cs typeface="Sans Serif Collection" panose="020B0502040504020204" pitchFamily="34" charset="0"/>
                </a:rPr>
                <a:t>and </a:t>
              </a:r>
              <a:r>
                <a:rPr lang="en-US" sz="1000" i="1" dirty="0">
                  <a:latin typeface="Sans Serif Collection" panose="020B0502040504020204" pitchFamily="34" charset="0"/>
                  <a:ea typeface="Sans Serif Collection" panose="020B0502040504020204" pitchFamily="34" charset="0"/>
                  <a:cs typeface="Sans Serif Collection" panose="020B0502040504020204" pitchFamily="34" charset="0"/>
                </a:rPr>
                <a:t>b</a:t>
              </a:r>
              <a:r>
                <a:rPr lang="en-US" sz="1000" dirty="0">
                  <a:latin typeface="Sans Serif Collection" panose="020B0502040504020204" pitchFamily="34" charset="0"/>
                  <a:ea typeface="Sans Serif Collection" panose="020B0502040504020204" pitchFamily="34" charset="0"/>
                  <a:cs typeface="Sans Serif Collection" panose="020B0502040504020204" pitchFamily="34" charset="0"/>
                </a:rPr>
                <a:t> constant</a:t>
              </a:r>
            </a:p>
          </p:txBody>
        </p:sp>
        <p:sp>
          <p:nvSpPr>
            <p:cNvPr id="199" name="TextBox 198">
              <a:extLst>
                <a:ext uri="{FF2B5EF4-FFF2-40B4-BE49-F238E27FC236}">
                  <a16:creationId xmlns:a16="http://schemas.microsoft.com/office/drawing/2014/main" id="{7BBF681E-8808-7814-5B8A-C631015FB6B1}"/>
                </a:ext>
              </a:extLst>
            </p:cNvPr>
            <p:cNvSpPr txBox="1"/>
            <p:nvPr/>
          </p:nvSpPr>
          <p:spPr>
            <a:xfrm>
              <a:off x="14871712" y="35295109"/>
              <a:ext cx="3046149" cy="400110"/>
            </a:xfrm>
            <a:prstGeom prst="rect">
              <a:avLst/>
            </a:prstGeom>
            <a:noFill/>
          </p:spPr>
          <p:txBody>
            <a:bodyPr wrap="square" rtlCol="0">
              <a:spAutoFit/>
            </a:bodyPr>
            <a:lstStyle/>
            <a:p>
              <a:r>
                <a:rPr lang="en-US" sz="1000" dirty="0">
                  <a:latin typeface="Sans Serif Collection" panose="020B0502040504020204" pitchFamily="34" charset="0"/>
                  <a:ea typeface="Sans Serif Collection" panose="020B0502040504020204" pitchFamily="34" charset="0"/>
                  <a:cs typeface="Sans Serif Collection" panose="020B0502040504020204" pitchFamily="34" charset="0"/>
                </a:rPr>
                <a:t>Estimate </a:t>
              </a:r>
              <a:r>
                <a:rPr lang="en-US" sz="1000" i="1" dirty="0">
                  <a:latin typeface="Sans Serif Collection" panose="020B0502040504020204" pitchFamily="34" charset="0"/>
                  <a:ea typeface="Sans Serif Collection" panose="020B0502040504020204" pitchFamily="34" charset="0"/>
                  <a:cs typeface="Sans Serif Collection" panose="020B0502040504020204" pitchFamily="34" charset="0"/>
                </a:rPr>
                <a:t>b</a:t>
              </a:r>
              <a:r>
                <a:rPr lang="en-US" sz="1000" dirty="0">
                  <a:latin typeface="Sans Serif Collection" panose="020B0502040504020204" pitchFamily="34" charset="0"/>
                  <a:ea typeface="Sans Serif Collection" panose="020B0502040504020204" pitchFamily="34" charset="0"/>
                  <a:cs typeface="Sans Serif Collection" panose="020B0502040504020204" pitchFamily="34" charset="0"/>
                </a:rPr>
                <a:t> and </a:t>
              </a:r>
              <a:r>
                <a:rPr lang="en-US" sz="1000" i="1" dirty="0">
                  <a:latin typeface="Sans Serif Collection" panose="020B0502040504020204" pitchFamily="34" charset="0"/>
                  <a:ea typeface="Sans Serif Collection" panose="020B0502040504020204" pitchFamily="34" charset="0"/>
                  <a:cs typeface="Sans Serif Collection" panose="020B0502040504020204" pitchFamily="34" charset="0"/>
                </a:rPr>
                <a:t>w</a:t>
              </a:r>
              <a:r>
                <a:rPr lang="en-US" sz="1000" dirty="0">
                  <a:latin typeface="Sans Serif Collection" panose="020B0502040504020204" pitchFamily="34" charset="0"/>
                  <a:ea typeface="Sans Serif Collection" panose="020B0502040504020204" pitchFamily="34" charset="0"/>
                  <a:cs typeface="Sans Serif Collection" panose="020B0502040504020204" pitchFamily="34" charset="0"/>
                </a:rPr>
                <a:t> </a:t>
              </a:r>
            </a:p>
            <a:p>
              <a:r>
                <a:rPr lang="en-US" sz="1000" i="1" dirty="0">
                  <a:latin typeface="Sans Serif Collection" panose="020B0502040504020204" pitchFamily="34" charset="0"/>
                  <a:ea typeface="Sans Serif Collection" panose="020B0502040504020204" pitchFamily="34" charset="0"/>
                  <a:cs typeface="Sans Serif Collection" panose="020B0502040504020204" pitchFamily="34" charset="0"/>
                </a:rPr>
                <a:t>P</a:t>
              </a:r>
              <a:r>
                <a:rPr lang="en-US" sz="1000" dirty="0">
                  <a:latin typeface="Sans Serif Collection" panose="020B0502040504020204" pitchFamily="34" charset="0"/>
                  <a:ea typeface="Sans Serif Collection" panose="020B0502040504020204" pitchFamily="34" charset="0"/>
                  <a:cs typeface="Sans Serif Collection" panose="020B0502040504020204" pitchFamily="34" charset="0"/>
                </a:rPr>
                <a:t> constant</a:t>
              </a:r>
            </a:p>
          </p:txBody>
        </p:sp>
        <p:sp>
          <p:nvSpPr>
            <p:cNvPr id="200" name="TextBox 199">
              <a:extLst>
                <a:ext uri="{FF2B5EF4-FFF2-40B4-BE49-F238E27FC236}">
                  <a16:creationId xmlns:a16="http://schemas.microsoft.com/office/drawing/2014/main" id="{CDD8C819-32B1-25A2-D911-74FA1A55EDD3}"/>
                </a:ext>
              </a:extLst>
            </p:cNvPr>
            <p:cNvSpPr txBox="1"/>
            <p:nvPr/>
          </p:nvSpPr>
          <p:spPr>
            <a:xfrm>
              <a:off x="14871711" y="35590204"/>
              <a:ext cx="3046150" cy="400110"/>
            </a:xfrm>
            <a:prstGeom prst="rect">
              <a:avLst/>
            </a:prstGeom>
            <a:noFill/>
          </p:spPr>
          <p:txBody>
            <a:bodyPr wrap="square" rtlCol="0">
              <a:spAutoFit/>
            </a:bodyPr>
            <a:lstStyle/>
            <a:p>
              <a:r>
                <a:rPr lang="en-US" sz="1000" dirty="0">
                  <a:latin typeface="Sans Serif Collection" panose="020B0502040504020204" pitchFamily="34" charset="0"/>
                  <a:ea typeface="Sans Serif Collection" panose="020B0502040504020204" pitchFamily="34" charset="0"/>
                  <a:cs typeface="Sans Serif Collection" panose="020B0502040504020204" pitchFamily="34" charset="0"/>
                </a:rPr>
                <a:t>Estimate </a:t>
              </a:r>
              <a:r>
                <a:rPr lang="en-US" sz="1000" i="1" dirty="0">
                  <a:latin typeface="Sans Serif Collection" panose="020B0502040504020204" pitchFamily="34" charset="0"/>
                  <a:ea typeface="Sans Serif Collection" panose="020B0502040504020204" pitchFamily="34" charset="0"/>
                  <a:cs typeface="Sans Serif Collection" panose="020B0502040504020204" pitchFamily="34" charset="0"/>
                </a:rPr>
                <a:t>b</a:t>
              </a:r>
              <a:r>
                <a:rPr lang="en-US" sz="1000" dirty="0">
                  <a:latin typeface="Sans Serif Collection" panose="020B0502040504020204" pitchFamily="34" charset="0"/>
                  <a:ea typeface="Sans Serif Collection" panose="020B0502040504020204" pitchFamily="34" charset="0"/>
                  <a:cs typeface="Sans Serif Collection" panose="020B0502040504020204" pitchFamily="34" charset="0"/>
                </a:rPr>
                <a:t> and </a:t>
              </a:r>
              <a:r>
                <a:rPr lang="en-US" sz="1000" i="1" dirty="0">
                  <a:latin typeface="Sans Serif Collection" panose="020B0502040504020204" pitchFamily="34" charset="0"/>
                  <a:ea typeface="Sans Serif Collection" panose="020B0502040504020204" pitchFamily="34" charset="0"/>
                  <a:cs typeface="Sans Serif Collection" panose="020B0502040504020204" pitchFamily="34" charset="0"/>
                </a:rPr>
                <a:t>w</a:t>
              </a:r>
              <a:r>
                <a:rPr lang="en-US" sz="1000" dirty="0">
                  <a:latin typeface="Sans Serif Collection" panose="020B0502040504020204" pitchFamily="34" charset="0"/>
                  <a:ea typeface="Sans Serif Collection" panose="020B0502040504020204" pitchFamily="34" charset="0"/>
                  <a:cs typeface="Sans Serif Collection" panose="020B0502040504020204" pitchFamily="34" charset="0"/>
                </a:rPr>
                <a:t> </a:t>
              </a:r>
            </a:p>
            <a:p>
              <a:r>
                <a:rPr lang="en-US" sz="1000" i="1" dirty="0">
                  <a:latin typeface="Sans Serif Collection" panose="020B0502040504020204" pitchFamily="34" charset="0"/>
                  <a:ea typeface="Sans Serif Collection" panose="020B0502040504020204" pitchFamily="34" charset="0"/>
                  <a:cs typeface="Sans Serif Collection" panose="020B0502040504020204" pitchFamily="34" charset="0"/>
                </a:rPr>
                <a:t>b</a:t>
              </a:r>
              <a:r>
                <a:rPr lang="en-US" sz="1000" dirty="0">
                  <a:latin typeface="Sans Serif Collection" panose="020B0502040504020204" pitchFamily="34" charset="0"/>
                  <a:ea typeface="Sans Serif Collection" panose="020B0502040504020204" pitchFamily="34" charset="0"/>
                  <a:cs typeface="Sans Serif Collection" panose="020B0502040504020204" pitchFamily="34" charset="0"/>
                </a:rPr>
                <a:t> constant</a:t>
              </a:r>
            </a:p>
          </p:txBody>
        </p:sp>
        <p:sp>
          <p:nvSpPr>
            <p:cNvPr id="201" name="TextBox 200">
              <a:extLst>
                <a:ext uri="{FF2B5EF4-FFF2-40B4-BE49-F238E27FC236}">
                  <a16:creationId xmlns:a16="http://schemas.microsoft.com/office/drawing/2014/main" id="{918E2C54-54BA-881C-AE4C-4F52328EB27A}"/>
                </a:ext>
              </a:extLst>
            </p:cNvPr>
            <p:cNvSpPr txBox="1"/>
            <p:nvPr/>
          </p:nvSpPr>
          <p:spPr>
            <a:xfrm>
              <a:off x="14881379" y="35032677"/>
              <a:ext cx="2302294" cy="246221"/>
            </a:xfrm>
            <a:prstGeom prst="rect">
              <a:avLst/>
            </a:prstGeom>
            <a:noFill/>
          </p:spPr>
          <p:txBody>
            <a:bodyPr wrap="square" rtlCol="0">
              <a:spAutoFit/>
            </a:bodyPr>
            <a:lstStyle/>
            <a:p>
              <a:r>
                <a:rPr lang="en-US" sz="1000" dirty="0">
                  <a:latin typeface="Sans Serif Collection" panose="020B0502040504020204" pitchFamily="34" charset="0"/>
                  <a:ea typeface="Sans Serif Collection" panose="020B0502040504020204" pitchFamily="34" charset="0"/>
                  <a:cs typeface="Sans Serif Collection" panose="020B0502040504020204" pitchFamily="34" charset="0"/>
                </a:rPr>
                <a:t>Estimate </a:t>
              </a:r>
              <a:r>
                <a:rPr lang="en-US" sz="1000" i="1" dirty="0">
                  <a:latin typeface="Sans Serif Collection" panose="020B0502040504020204" pitchFamily="34" charset="0"/>
                  <a:ea typeface="Sans Serif Collection" panose="020B0502040504020204" pitchFamily="34" charset="0"/>
                  <a:cs typeface="Sans Serif Collection" panose="020B0502040504020204" pitchFamily="34" charset="0"/>
                </a:rPr>
                <a:t>P, b, w</a:t>
              </a:r>
              <a:endParaRPr lang="en-US" sz="1000" dirty="0">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grpSp>
      <p:sp>
        <p:nvSpPr>
          <p:cNvPr id="204" name="TextBox 203">
            <a:extLst>
              <a:ext uri="{FF2B5EF4-FFF2-40B4-BE49-F238E27FC236}">
                <a16:creationId xmlns:a16="http://schemas.microsoft.com/office/drawing/2014/main" id="{74260460-D2CF-9ABA-6A46-7FB2CACBE34F}"/>
              </a:ext>
            </a:extLst>
          </p:cNvPr>
          <p:cNvSpPr txBox="1"/>
          <p:nvPr/>
        </p:nvSpPr>
        <p:spPr>
          <a:xfrm>
            <a:off x="31360309" y="22321014"/>
            <a:ext cx="3025042" cy="246221"/>
          </a:xfrm>
          <a:prstGeom prst="rect">
            <a:avLst/>
          </a:prstGeom>
          <a:noFill/>
        </p:spPr>
        <p:txBody>
          <a:bodyPr wrap="square" rtlCol="0">
            <a:spAutoFit/>
          </a:bodyPr>
          <a:lstStyle/>
          <a:p>
            <a:r>
              <a:rPr lang="en-US" sz="1000" dirty="0">
                <a:latin typeface="Sans Serif Collection" panose="020B0502040504020204" pitchFamily="34" charset="0"/>
                <a:ea typeface="Sans Serif Collection" panose="020B0502040504020204" pitchFamily="34" charset="0"/>
                <a:cs typeface="Sans Serif Collection" panose="020B0502040504020204" pitchFamily="34" charset="0"/>
              </a:rPr>
              <a:t>log</a:t>
            </a:r>
            <a:r>
              <a:rPr lang="en-US" sz="1000" baseline="-25000" dirty="0">
                <a:latin typeface="Sans Serif Collection" panose="020B0502040504020204" pitchFamily="34" charset="0"/>
                <a:ea typeface="Sans Serif Collection" panose="020B0502040504020204" pitchFamily="34" charset="0"/>
                <a:cs typeface="Sans Serif Collection" panose="020B0502040504020204" pitchFamily="34" charset="0"/>
              </a:rPr>
              <a:t>10</a:t>
            </a:r>
            <a:r>
              <a:rPr lang="en-US" sz="1000" dirty="0">
                <a:latin typeface="Sans Serif Collection" panose="020B0502040504020204" pitchFamily="34" charset="0"/>
                <a:ea typeface="Sans Serif Collection" panose="020B0502040504020204" pitchFamily="34" charset="0"/>
                <a:cs typeface="Sans Serif Collection" panose="020B0502040504020204" pitchFamily="34" charset="0"/>
              </a:rPr>
              <a:t> of the weight LSE</a:t>
            </a:r>
          </a:p>
        </p:txBody>
      </p:sp>
      <p:sp>
        <p:nvSpPr>
          <p:cNvPr id="205" name="TextBox 204">
            <a:extLst>
              <a:ext uri="{FF2B5EF4-FFF2-40B4-BE49-F238E27FC236}">
                <a16:creationId xmlns:a16="http://schemas.microsoft.com/office/drawing/2014/main" id="{974DBC8B-3830-7C8C-F72D-CC18E3B4E0CE}"/>
              </a:ext>
            </a:extLst>
          </p:cNvPr>
          <p:cNvSpPr txBox="1"/>
          <p:nvPr/>
        </p:nvSpPr>
        <p:spPr>
          <a:xfrm>
            <a:off x="39134504" y="22346960"/>
            <a:ext cx="3025042" cy="246221"/>
          </a:xfrm>
          <a:prstGeom prst="rect">
            <a:avLst/>
          </a:prstGeom>
          <a:noFill/>
        </p:spPr>
        <p:txBody>
          <a:bodyPr wrap="square" rtlCol="0">
            <a:spAutoFit/>
          </a:bodyPr>
          <a:lstStyle/>
          <a:p>
            <a:r>
              <a:rPr lang="en-US" sz="1000" dirty="0">
                <a:latin typeface="Sans Serif Collection" panose="020B0502040504020204" pitchFamily="34" charset="0"/>
                <a:ea typeface="Sans Serif Collection" panose="020B0502040504020204" pitchFamily="34" charset="0"/>
                <a:cs typeface="Sans Serif Collection" panose="020B0502040504020204" pitchFamily="34" charset="0"/>
              </a:rPr>
              <a:t>log</a:t>
            </a:r>
            <a:r>
              <a:rPr lang="en-US" sz="1000" baseline="-25000" dirty="0">
                <a:latin typeface="Sans Serif Collection" panose="020B0502040504020204" pitchFamily="34" charset="0"/>
                <a:ea typeface="Sans Serif Collection" panose="020B0502040504020204" pitchFamily="34" charset="0"/>
                <a:cs typeface="Sans Serif Collection" panose="020B0502040504020204" pitchFamily="34" charset="0"/>
              </a:rPr>
              <a:t>10</a:t>
            </a:r>
            <a:r>
              <a:rPr lang="en-US" sz="1000" dirty="0">
                <a:latin typeface="Sans Serif Collection" panose="020B0502040504020204" pitchFamily="34" charset="0"/>
                <a:ea typeface="Sans Serif Collection" panose="020B0502040504020204" pitchFamily="34" charset="0"/>
                <a:cs typeface="Sans Serif Collection" panose="020B0502040504020204" pitchFamily="34" charset="0"/>
              </a:rPr>
              <a:t> of the weight LSE</a:t>
            </a:r>
          </a:p>
        </p:txBody>
      </p:sp>
      <p:sp>
        <p:nvSpPr>
          <p:cNvPr id="207" name="TextBox 206">
            <a:extLst>
              <a:ext uri="{FF2B5EF4-FFF2-40B4-BE49-F238E27FC236}">
                <a16:creationId xmlns:a16="http://schemas.microsoft.com/office/drawing/2014/main" id="{AE466818-ADCC-F9D4-4F0B-EA905AEE8686}"/>
              </a:ext>
            </a:extLst>
          </p:cNvPr>
          <p:cNvSpPr txBox="1"/>
          <p:nvPr/>
        </p:nvSpPr>
        <p:spPr>
          <a:xfrm>
            <a:off x="27913680" y="14551270"/>
            <a:ext cx="15129463" cy="338554"/>
          </a:xfrm>
          <a:prstGeom prst="rect">
            <a:avLst/>
          </a:prstGeom>
          <a:noFill/>
        </p:spPr>
        <p:txBody>
          <a:bodyPr wrap="none" rtlCol="0">
            <a:spAutoFit/>
          </a:bodyPr>
          <a:lstStyle/>
          <a:p>
            <a:pPr algn="ctr"/>
            <a:r>
              <a:rPr lang="en-US" sz="1600" dirty="0">
                <a:solidFill>
                  <a:schemeClr val="tx1"/>
                </a:solidFill>
                <a:latin typeface="Sans Serif Collection" panose="020B0502040504020204" pitchFamily="34" charset="0"/>
                <a:ea typeface="Sans Serif Collection" panose="020B0502040504020204" pitchFamily="34" charset="0"/>
                <a:cs typeface="Sans Serif Collection" panose="020B0502040504020204" pitchFamily="34" charset="0"/>
              </a:rPr>
              <a:t>Color shading reflected the magnitude of the difference between actual </a:t>
            </a:r>
            <a:r>
              <a:rPr lang="en-US" sz="1600" i="1" dirty="0">
                <a:solidFill>
                  <a:schemeClr val="tx1"/>
                </a:solidFill>
                <a:latin typeface="Sans Serif Collection" panose="020B0502040504020204" pitchFamily="34" charset="0"/>
                <a:ea typeface="Sans Serif Collection" panose="020B0502040504020204" pitchFamily="34" charset="0"/>
                <a:cs typeface="Sans Serif Collection" panose="020B0502040504020204" pitchFamily="34" charset="0"/>
              </a:rPr>
              <a:t>w </a:t>
            </a:r>
            <a:r>
              <a:rPr lang="en-US" sz="1600" dirty="0">
                <a:solidFill>
                  <a:schemeClr val="tx1"/>
                </a:solidFill>
                <a:latin typeface="Sans Serif Collection" panose="020B0502040504020204" pitchFamily="34" charset="0"/>
                <a:ea typeface="Sans Serif Collection" panose="020B0502040504020204" pitchFamily="34" charset="0"/>
                <a:cs typeface="Sans Serif Collection" panose="020B0502040504020204" pitchFamily="34" charset="0"/>
              </a:rPr>
              <a:t> and estimated </a:t>
            </a:r>
            <a:r>
              <a:rPr lang="en-US" sz="1600" i="1" dirty="0">
                <a:solidFill>
                  <a:schemeClr val="tx1"/>
                </a:solidFill>
                <a:latin typeface="Sans Serif Collection" panose="020B0502040504020204" pitchFamily="34" charset="0"/>
                <a:ea typeface="Sans Serif Collection" panose="020B0502040504020204" pitchFamily="34" charset="0"/>
                <a:cs typeface="Sans Serif Collection" panose="020B0502040504020204" pitchFamily="34" charset="0"/>
              </a:rPr>
              <a:t>w</a:t>
            </a:r>
            <a:r>
              <a:rPr lang="en-US" sz="1600" dirty="0">
                <a:solidFill>
                  <a:schemeClr val="tx1"/>
                </a:solidFill>
                <a:latin typeface="Sans Serif Collection" panose="020B0502040504020204" pitchFamily="34" charset="0"/>
                <a:ea typeface="Sans Serif Collection" panose="020B0502040504020204" pitchFamily="34" charset="0"/>
                <a:cs typeface="Sans Serif Collection" panose="020B0502040504020204" pitchFamily="34" charset="0"/>
              </a:rPr>
              <a:t>  with darker color reflecting the greatest magnitude difference.</a:t>
            </a:r>
          </a:p>
        </p:txBody>
      </p:sp>
      <p:sp>
        <p:nvSpPr>
          <p:cNvPr id="234" name="TextBox 233">
            <a:extLst>
              <a:ext uri="{FF2B5EF4-FFF2-40B4-BE49-F238E27FC236}">
                <a16:creationId xmlns:a16="http://schemas.microsoft.com/office/drawing/2014/main" id="{25099EEE-4D80-9280-A55C-10A8E4FEB376}"/>
              </a:ext>
            </a:extLst>
          </p:cNvPr>
          <p:cNvSpPr txBox="1"/>
          <p:nvPr/>
        </p:nvSpPr>
        <p:spPr>
          <a:xfrm>
            <a:off x="27938351" y="22607332"/>
            <a:ext cx="15361119" cy="2123658"/>
          </a:xfrm>
          <a:prstGeom prst="rect">
            <a:avLst/>
          </a:prstGeom>
          <a:noFill/>
        </p:spPr>
        <p:txBody>
          <a:bodyPr wrap="square" rtlCol="0">
            <a:spAutoFit/>
          </a:bodyPr>
          <a:lstStyle/>
          <a:p>
            <a:pPr marL="241300" indent="-241300">
              <a:buFont typeface="Arial" panose="020B0604020202020204" pitchFamily="34" charset="0"/>
              <a:buChar char="•"/>
            </a:pPr>
            <a:r>
              <a:rPr lang="en-US" sz="2200" dirty="0">
                <a:latin typeface="Sans Serif Collection" panose="020B0502040504020204" pitchFamily="34" charset="0"/>
                <a:ea typeface="Sans Serif Collection" panose="020B0502040504020204" pitchFamily="34" charset="0"/>
                <a:cs typeface="Sans Serif Collection" panose="020B0502040504020204" pitchFamily="34" charset="0"/>
              </a:rPr>
              <a:t>The median value of the LSE for when </a:t>
            </a:r>
            <a:r>
              <a:rPr lang="en-US" sz="2200" i="1" dirty="0">
                <a:latin typeface="Sans Serif Collection" panose="020B0502040504020204" pitchFamily="34" charset="0"/>
                <a:ea typeface="Sans Serif Collection" panose="020B0502040504020204" pitchFamily="34" charset="0"/>
                <a:cs typeface="Sans Serif Collection" panose="020B0502040504020204" pitchFamily="34" charset="0"/>
              </a:rPr>
              <a:t>w</a:t>
            </a:r>
            <a:r>
              <a:rPr lang="en-US" sz="2200" dirty="0">
                <a:latin typeface="Sans Serif Collection" panose="020B0502040504020204" pitchFamily="34" charset="0"/>
                <a:ea typeface="Sans Serif Collection" panose="020B0502040504020204" pitchFamily="34" charset="0"/>
                <a:cs typeface="Sans Serif Collection" panose="020B0502040504020204" pitchFamily="34" charset="0"/>
              </a:rPr>
              <a:t> only was estimated and when </a:t>
            </a:r>
            <a:r>
              <a:rPr lang="en-US" sz="2200" i="1" dirty="0">
                <a:latin typeface="Sans Serif Collection" panose="020B0502040504020204" pitchFamily="34" charset="0"/>
                <a:ea typeface="Sans Serif Collection" panose="020B0502040504020204" pitchFamily="34" charset="0"/>
                <a:cs typeface="Sans Serif Collection" panose="020B0502040504020204" pitchFamily="34" charset="0"/>
              </a:rPr>
              <a:t>P, b, </a:t>
            </a:r>
            <a:r>
              <a:rPr lang="en-US" sz="2200" dirty="0">
                <a:latin typeface="Sans Serif Collection" panose="020B0502040504020204" pitchFamily="34" charset="0"/>
                <a:ea typeface="Sans Serif Collection" panose="020B0502040504020204" pitchFamily="34" charset="0"/>
                <a:cs typeface="Sans Serif Collection" panose="020B0502040504020204" pitchFamily="34" charset="0"/>
              </a:rPr>
              <a:t>and </a:t>
            </a:r>
            <a:r>
              <a:rPr lang="en-US" sz="2200" i="1" dirty="0">
                <a:latin typeface="Sans Serif Collection" panose="020B0502040504020204" pitchFamily="34" charset="0"/>
                <a:ea typeface="Sans Serif Collection" panose="020B0502040504020204" pitchFamily="34" charset="0"/>
                <a:cs typeface="Sans Serif Collection" panose="020B0502040504020204" pitchFamily="34" charset="0"/>
              </a:rPr>
              <a:t>w </a:t>
            </a:r>
            <a:r>
              <a:rPr lang="en-US" sz="2200" dirty="0">
                <a:latin typeface="Sans Serif Collection" panose="020B0502040504020204" pitchFamily="34" charset="0"/>
                <a:ea typeface="Sans Serif Collection" panose="020B0502040504020204" pitchFamily="34" charset="0"/>
                <a:cs typeface="Sans Serif Collection" panose="020B0502040504020204" pitchFamily="34" charset="0"/>
              </a:rPr>
              <a:t>are estimated is a little better for the network originally ranked 7</a:t>
            </a:r>
            <a:r>
              <a:rPr lang="en-US" sz="2200" baseline="30000" dirty="0">
                <a:latin typeface="Sans Serif Collection" panose="020B0502040504020204" pitchFamily="34" charset="0"/>
                <a:ea typeface="Sans Serif Collection" panose="020B0502040504020204" pitchFamily="34" charset="0"/>
                <a:cs typeface="Sans Serif Collection" panose="020B0502040504020204" pitchFamily="34" charset="0"/>
              </a:rPr>
              <a:t>th</a:t>
            </a:r>
            <a:r>
              <a:rPr lang="en-US" sz="2200" dirty="0">
                <a:latin typeface="Sans Serif Collection" panose="020B0502040504020204" pitchFamily="34" charset="0"/>
                <a:ea typeface="Sans Serif Collection" panose="020B0502040504020204" pitchFamily="34" charset="0"/>
                <a:cs typeface="Sans Serif Collection" panose="020B0502040504020204" pitchFamily="34" charset="0"/>
              </a:rPr>
              <a:t>.  </a:t>
            </a:r>
          </a:p>
          <a:p>
            <a:pPr marL="241300" indent="-241300">
              <a:buFont typeface="Arial" panose="020B0604020202020204" pitchFamily="34" charset="0"/>
              <a:buChar char="•"/>
            </a:pPr>
            <a:r>
              <a:rPr lang="en-US" sz="2200" dirty="0">
                <a:latin typeface="Sans Serif Collection" panose="020B0502040504020204" pitchFamily="34" charset="0"/>
                <a:ea typeface="Sans Serif Collection" panose="020B0502040504020204" pitchFamily="34" charset="0"/>
                <a:cs typeface="Sans Serif Collection" panose="020B0502040504020204" pitchFamily="34" charset="0"/>
              </a:rPr>
              <a:t>If all the permutations were taken into consideration, the network ranked 7</a:t>
            </a:r>
            <a:r>
              <a:rPr lang="en-US" sz="2200" baseline="30000" dirty="0">
                <a:latin typeface="Sans Serif Collection" panose="020B0502040504020204" pitchFamily="34" charset="0"/>
                <a:ea typeface="Sans Serif Collection" panose="020B0502040504020204" pitchFamily="34" charset="0"/>
                <a:cs typeface="Sans Serif Collection" panose="020B0502040504020204" pitchFamily="34" charset="0"/>
              </a:rPr>
              <a:t>th</a:t>
            </a:r>
            <a:r>
              <a:rPr lang="en-US" sz="2200" dirty="0">
                <a:latin typeface="Sans Serif Collection" panose="020B0502040504020204" pitchFamily="34" charset="0"/>
                <a:ea typeface="Sans Serif Collection" panose="020B0502040504020204" pitchFamily="34" charset="0"/>
                <a:cs typeface="Sans Serif Collection" panose="020B0502040504020204" pitchFamily="34" charset="0"/>
              </a:rPr>
              <a:t> would be higher-ranked than the one that was ranked first.  </a:t>
            </a:r>
          </a:p>
          <a:p>
            <a:pPr marL="241300" indent="-241300">
              <a:buFont typeface="Arial" panose="020B0604020202020204" pitchFamily="34" charset="0"/>
              <a:buChar char="•"/>
            </a:pPr>
            <a:r>
              <a:rPr lang="en-US" sz="2200" dirty="0">
                <a:latin typeface="Sans Serif Collection" panose="020B0502040504020204" pitchFamily="34" charset="0"/>
                <a:ea typeface="Sans Serif Collection" panose="020B0502040504020204" pitchFamily="34" charset="0"/>
                <a:cs typeface="Sans Serif Collection" panose="020B0502040504020204" pitchFamily="34" charset="0"/>
              </a:rPr>
              <a:t>This supports the conclusion that the ranking of the plots in the middle panel depended on the arbitrary assignment of the weight parameters, not the network structure.</a:t>
            </a:r>
          </a:p>
        </p:txBody>
      </p:sp>
      <p:graphicFrame>
        <p:nvGraphicFramePr>
          <p:cNvPr id="9" name="Table 8">
            <a:extLst>
              <a:ext uri="{FF2B5EF4-FFF2-40B4-BE49-F238E27FC236}">
                <a16:creationId xmlns:a16="http://schemas.microsoft.com/office/drawing/2014/main" id="{EB47D305-A839-7A33-2B12-08B8EA2A00E9}"/>
              </a:ext>
            </a:extLst>
          </p:cNvPr>
          <p:cNvGraphicFramePr>
            <a:graphicFrameLocks noGrp="1"/>
          </p:cNvGraphicFramePr>
          <p:nvPr>
            <p:extLst>
              <p:ext uri="{D42A27DB-BD31-4B8C-83A1-F6EECF244321}">
                <p14:modId xmlns:p14="http://schemas.microsoft.com/office/powerpoint/2010/main" val="1656199339"/>
              </p:ext>
            </p:extLst>
          </p:nvPr>
        </p:nvGraphicFramePr>
        <p:xfrm>
          <a:off x="12077227" y="17877670"/>
          <a:ext cx="14263734" cy="3359896"/>
        </p:xfrm>
        <a:graphic>
          <a:graphicData uri="http://schemas.openxmlformats.org/drawingml/2006/table">
            <a:tbl>
              <a:tblPr>
                <a:tableStyleId>{B6AFFA0F-1E04-4A8A-9273-D587D5D4E392}</a:tableStyleId>
              </a:tblPr>
              <a:tblGrid>
                <a:gridCol w="1194660">
                  <a:extLst>
                    <a:ext uri="{9D8B030D-6E8A-4147-A177-3AD203B41FA5}">
                      <a16:colId xmlns:a16="http://schemas.microsoft.com/office/drawing/2014/main" val="1594269498"/>
                    </a:ext>
                  </a:extLst>
                </a:gridCol>
                <a:gridCol w="2626248">
                  <a:extLst>
                    <a:ext uri="{9D8B030D-6E8A-4147-A177-3AD203B41FA5}">
                      <a16:colId xmlns:a16="http://schemas.microsoft.com/office/drawing/2014/main" val="1095400454"/>
                    </a:ext>
                  </a:extLst>
                </a:gridCol>
                <a:gridCol w="2738459">
                  <a:extLst>
                    <a:ext uri="{9D8B030D-6E8A-4147-A177-3AD203B41FA5}">
                      <a16:colId xmlns:a16="http://schemas.microsoft.com/office/drawing/2014/main" val="2183410321"/>
                    </a:ext>
                  </a:extLst>
                </a:gridCol>
                <a:gridCol w="2772517">
                  <a:extLst>
                    <a:ext uri="{9D8B030D-6E8A-4147-A177-3AD203B41FA5}">
                      <a16:colId xmlns:a16="http://schemas.microsoft.com/office/drawing/2014/main" val="3308202381"/>
                    </a:ext>
                  </a:extLst>
                </a:gridCol>
                <a:gridCol w="3245874">
                  <a:extLst>
                    <a:ext uri="{9D8B030D-6E8A-4147-A177-3AD203B41FA5}">
                      <a16:colId xmlns:a16="http://schemas.microsoft.com/office/drawing/2014/main" val="1756963756"/>
                    </a:ext>
                  </a:extLst>
                </a:gridCol>
                <a:gridCol w="1685976">
                  <a:extLst>
                    <a:ext uri="{9D8B030D-6E8A-4147-A177-3AD203B41FA5}">
                      <a16:colId xmlns:a16="http://schemas.microsoft.com/office/drawing/2014/main" val="4065097185"/>
                    </a:ext>
                  </a:extLst>
                </a:gridCol>
              </a:tblGrid>
              <a:tr h="951508">
                <a:tc>
                  <a:txBody>
                    <a:bodyPr/>
                    <a:lstStyle/>
                    <a:p>
                      <a:pPr algn="ctr" fontAlgn="b">
                        <a:buNone/>
                      </a:pPr>
                      <a:r>
                        <a:rPr lang="en-US" sz="2000" b="1" u="none" strike="noStrike"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Rank</a:t>
                      </a:r>
                      <a:endParaRPr lang="en-US" sz="2000" b="1" i="0" u="none" strike="noStrike" dirty="0">
                        <a:solidFill>
                          <a:srgbClr val="000000"/>
                        </a:solidFill>
                        <a:effectLst/>
                        <a:latin typeface="Sans Serif Collection" panose="020B0502040504020204" pitchFamily="34" charset="0"/>
                        <a:ea typeface="Sans Serif Collection" panose="020B0502040504020204" pitchFamily="34" charset="0"/>
                        <a:cs typeface="Sans Serif Collection" panose="020B0502040504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US" sz="2000" b="1" u="none" strike="noStrike"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Estimate </a:t>
                      </a:r>
                      <a:r>
                        <a:rPr lang="en-US" sz="2000" b="1" i="1" u="none" strike="noStrike"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P, b, w</a:t>
                      </a:r>
                      <a:endParaRPr lang="en-US" sz="2000" b="1" i="1" u="none" strike="noStrike" dirty="0">
                        <a:solidFill>
                          <a:srgbClr val="000000"/>
                        </a:solidFill>
                        <a:effectLst/>
                        <a:latin typeface="Sans Serif Collection" panose="020B0502040504020204" pitchFamily="34" charset="0"/>
                        <a:ea typeface="Sans Serif Collection" panose="020B0502040504020204" pitchFamily="34" charset="0"/>
                        <a:cs typeface="Sans Serif Collection" panose="020B0502040504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US" sz="2000" b="1" u="none" strike="noStrike"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Estimate </a:t>
                      </a:r>
                      <a:r>
                        <a:rPr lang="en-US" sz="2000" b="1" i="1" u="none" strike="noStrike"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P</a:t>
                      </a:r>
                      <a:r>
                        <a:rPr lang="en-US" sz="2000" b="1" i="0" u="none" strike="noStrike"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  and </a:t>
                      </a:r>
                      <a:r>
                        <a:rPr lang="en-US" sz="2000" b="1" i="1" u="none" strike="noStrike"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w</a:t>
                      </a:r>
                    </a:p>
                    <a:p>
                      <a:pPr algn="ctr" fontAlgn="b">
                        <a:buNone/>
                      </a:pPr>
                      <a:r>
                        <a:rPr lang="en-US" sz="2000" b="1" i="1" u="none" strike="noStrike"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b</a:t>
                      </a:r>
                      <a:r>
                        <a:rPr lang="en-US" sz="2000" b="1" u="none" strike="noStrike"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  held constant</a:t>
                      </a:r>
                      <a:endParaRPr lang="en-US" sz="2000" b="1" i="0" u="none" strike="noStrike" dirty="0">
                        <a:solidFill>
                          <a:srgbClr val="000000"/>
                        </a:solidFill>
                        <a:effectLst/>
                        <a:latin typeface="Sans Serif Collection" panose="020B0502040504020204" pitchFamily="34" charset="0"/>
                        <a:ea typeface="Sans Serif Collection" panose="020B0502040504020204" pitchFamily="34" charset="0"/>
                        <a:cs typeface="Sans Serif Collection" panose="020B0502040504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US" sz="2000" b="1" u="none" strike="noStrike"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Estimate </a:t>
                      </a:r>
                      <a:r>
                        <a:rPr lang="en-US" sz="2000" b="1" i="1" u="none" strike="noStrike"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b</a:t>
                      </a:r>
                      <a:r>
                        <a:rPr lang="en-US" sz="2000" b="1" u="none" strike="noStrike"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 and </a:t>
                      </a:r>
                      <a:r>
                        <a:rPr lang="en-US" sz="2000" b="1" i="1" u="none" strike="noStrike"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w  </a:t>
                      </a:r>
                    </a:p>
                    <a:p>
                      <a:pPr algn="ctr" fontAlgn="b">
                        <a:buNone/>
                      </a:pPr>
                      <a:r>
                        <a:rPr lang="en-US" sz="2000" b="1" i="1" u="none" strike="noStrike"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P</a:t>
                      </a:r>
                      <a:r>
                        <a:rPr lang="en-US" sz="2000" b="1" u="none" strike="noStrike"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 held constant</a:t>
                      </a:r>
                      <a:endParaRPr lang="en-US" sz="2000" b="1" i="0" u="none" strike="noStrike" dirty="0">
                        <a:solidFill>
                          <a:srgbClr val="000000"/>
                        </a:solidFill>
                        <a:effectLst/>
                        <a:latin typeface="Sans Serif Collection" panose="020B0502040504020204" pitchFamily="34" charset="0"/>
                        <a:ea typeface="Sans Serif Collection" panose="020B0502040504020204" pitchFamily="34" charset="0"/>
                        <a:cs typeface="Sans Serif Collection" panose="020B0502040504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US" sz="2000" b="1" u="none" strike="noStrike"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Estimate </a:t>
                      </a:r>
                      <a:r>
                        <a:rPr lang="en-US" sz="2000" b="1" i="1" u="none" strike="noStrike"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w        </a:t>
                      </a:r>
                    </a:p>
                    <a:p>
                      <a:pPr algn="ctr" fontAlgn="b">
                        <a:buNone/>
                      </a:pPr>
                      <a:r>
                        <a:rPr lang="en-US" sz="2000" b="1" i="1" u="none" strike="noStrike"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P</a:t>
                      </a:r>
                      <a:r>
                        <a:rPr lang="en-US" sz="2000" b="1" u="none" strike="noStrike"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 and </a:t>
                      </a:r>
                      <a:r>
                        <a:rPr lang="en-US" sz="2000" b="1" i="1" u="none" strike="noStrike"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b</a:t>
                      </a:r>
                      <a:r>
                        <a:rPr lang="en-US" sz="2000" b="1" u="none" strike="noStrike"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 held constant</a:t>
                      </a:r>
                      <a:endParaRPr lang="en-US" sz="2000" b="1" i="0" u="none" strike="noStrike" dirty="0">
                        <a:solidFill>
                          <a:srgbClr val="000000"/>
                        </a:solidFill>
                        <a:effectLst/>
                        <a:latin typeface="Sans Serif Collection" panose="020B0502040504020204" pitchFamily="34" charset="0"/>
                        <a:ea typeface="Sans Serif Collection" panose="020B0502040504020204" pitchFamily="34" charset="0"/>
                        <a:cs typeface="Sans Serif Collection" panose="020B0502040504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US" sz="2000" b="1" u="none" strike="noStrike"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Sum</a:t>
                      </a:r>
                      <a:endParaRPr lang="en-US" sz="2000" b="1" i="0" u="none" strike="noStrike" dirty="0">
                        <a:solidFill>
                          <a:srgbClr val="000000"/>
                        </a:solidFill>
                        <a:effectLst/>
                        <a:latin typeface="Sans Serif Collection" panose="020B0502040504020204" pitchFamily="34" charset="0"/>
                        <a:ea typeface="Sans Serif Collection" panose="020B0502040504020204" pitchFamily="34" charset="0"/>
                        <a:cs typeface="Sans Serif Collection" panose="020B0502040504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475857748"/>
                  </a:ext>
                </a:extLst>
              </a:tr>
              <a:tr h="602097">
                <a:tc>
                  <a:txBody>
                    <a:bodyPr/>
                    <a:lstStyle/>
                    <a:p>
                      <a:pPr algn="ctr" fontAlgn="b">
                        <a:buNone/>
                      </a:pPr>
                      <a:r>
                        <a:rPr lang="en-US" sz="2000" u="none" strike="noStrike"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1</a:t>
                      </a:r>
                      <a:endParaRPr lang="en-US" sz="2000" b="0" i="0" u="none" strike="noStrike" dirty="0">
                        <a:solidFill>
                          <a:srgbClr val="000000"/>
                        </a:solidFill>
                        <a:effectLst/>
                        <a:latin typeface="Sans Serif Collection" panose="020B0502040504020204" pitchFamily="34" charset="0"/>
                        <a:ea typeface="Sans Serif Collection" panose="020B0502040504020204" pitchFamily="34" charset="0"/>
                        <a:cs typeface="Sans Serif Collection" panose="020B0502040504020204" pitchFamily="34" charset="0"/>
                      </a:endParaRPr>
                    </a:p>
                  </a:txBody>
                  <a:tcPr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US" sz="2000" b="0" i="0" u="none" strike="noStrike">
                          <a:solidFill>
                            <a:srgbClr val="000000"/>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0.0209</a:t>
                      </a: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US" sz="2000" b="0" i="0" u="none" strike="noStrike" dirty="0">
                          <a:solidFill>
                            <a:srgbClr val="000000"/>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      1.02E-07</a:t>
                      </a: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US" sz="2000" b="0" i="0" u="none" strike="noStrike" dirty="0">
                          <a:solidFill>
                            <a:srgbClr val="000000"/>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   3.60E-08</a:t>
                      </a: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US" sz="2000" b="0" i="0" u="none" strike="noStrike" dirty="0">
                          <a:solidFill>
                            <a:srgbClr val="000000"/>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 1.69E-12</a:t>
                      </a: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US" sz="2000" b="0" i="0" u="none" strike="noStrike" dirty="0">
                          <a:solidFill>
                            <a:srgbClr val="000000"/>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   0.0209</a:t>
                      </a: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741000852"/>
                  </a:ext>
                </a:extLst>
              </a:tr>
              <a:tr h="602097">
                <a:tc>
                  <a:txBody>
                    <a:bodyPr/>
                    <a:lstStyle/>
                    <a:p>
                      <a:pPr algn="ctr" fontAlgn="b">
                        <a:buNone/>
                      </a:pPr>
                      <a:r>
                        <a:rPr lang="en-US" sz="2000" u="none" strike="noStrike"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7</a:t>
                      </a:r>
                      <a:endParaRPr lang="en-US" sz="2000" b="0" i="0" u="none" strike="noStrike" dirty="0">
                        <a:solidFill>
                          <a:srgbClr val="000000"/>
                        </a:solidFill>
                        <a:effectLst/>
                        <a:latin typeface="Sans Serif Collection" panose="020B0502040504020204" pitchFamily="34" charset="0"/>
                        <a:ea typeface="Sans Serif Collection" panose="020B0502040504020204" pitchFamily="34" charset="0"/>
                        <a:cs typeface="Sans Serif Collection" panose="020B0502040504020204" pitchFamily="34" charset="0"/>
                      </a:endParaRPr>
                    </a:p>
                  </a:txBody>
                  <a:tcPr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US" sz="2000" b="0" i="0" u="none" strike="noStrike">
                          <a:solidFill>
                            <a:srgbClr val="000000"/>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2.2486</a:t>
                      </a: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US" sz="2000" b="0" i="0" u="none" strike="noStrike" dirty="0">
                          <a:solidFill>
                            <a:srgbClr val="000000"/>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   1.9650</a:t>
                      </a: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US" sz="2000" b="0" i="0" u="none" strike="noStrike" dirty="0">
                          <a:solidFill>
                            <a:srgbClr val="000000"/>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   8.12E-10</a:t>
                      </a: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US" sz="2000" b="0" i="0" u="none" strike="noStrike" dirty="0">
                          <a:solidFill>
                            <a:srgbClr val="000000"/>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 3.92E-11</a:t>
                      </a: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US" sz="2000" b="0" i="0" u="none" strike="noStrike" dirty="0">
                          <a:solidFill>
                            <a:srgbClr val="000000"/>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  4.2136</a:t>
                      </a: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479174971"/>
                  </a:ext>
                </a:extLst>
              </a:tr>
              <a:tr h="602097">
                <a:tc>
                  <a:txBody>
                    <a:bodyPr/>
                    <a:lstStyle/>
                    <a:p>
                      <a:pPr algn="ctr" fontAlgn="b">
                        <a:buNone/>
                      </a:pPr>
                      <a:r>
                        <a:rPr lang="en-US" sz="2000" u="none" strike="noStrike"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14</a:t>
                      </a:r>
                      <a:endParaRPr lang="en-US" sz="2000" b="0" i="0" u="none" strike="noStrike" dirty="0">
                        <a:solidFill>
                          <a:srgbClr val="000000"/>
                        </a:solidFill>
                        <a:effectLst/>
                        <a:latin typeface="Sans Serif Collection" panose="020B0502040504020204" pitchFamily="34" charset="0"/>
                        <a:ea typeface="Sans Serif Collection" panose="020B0502040504020204" pitchFamily="34" charset="0"/>
                        <a:cs typeface="Sans Serif Collection" panose="020B0502040504020204" pitchFamily="34" charset="0"/>
                      </a:endParaRPr>
                    </a:p>
                  </a:txBody>
                  <a:tcPr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US" sz="2000" b="0" i="0" u="none" strike="noStrike">
                          <a:solidFill>
                            <a:srgbClr val="000000"/>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6.8500</a:t>
                      </a: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US" sz="2000" b="0" i="0" u="none" strike="noStrike" dirty="0">
                          <a:solidFill>
                            <a:srgbClr val="000000"/>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      3.75E-09</a:t>
                      </a: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US" sz="2000" b="0" i="0" u="none" strike="noStrike">
                          <a:solidFill>
                            <a:srgbClr val="000000"/>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4.4999</a:t>
                      </a: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US" sz="2000" b="0" i="0" u="none" strike="noStrike">
                          <a:solidFill>
                            <a:srgbClr val="000000"/>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4.5001</a:t>
                      </a: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US" sz="2000" b="0" i="0" u="none" strike="noStrike" dirty="0">
                          <a:solidFill>
                            <a:srgbClr val="000000"/>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 15.8499</a:t>
                      </a: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231419582"/>
                  </a:ext>
                </a:extLst>
              </a:tr>
              <a:tr h="602097">
                <a:tc>
                  <a:txBody>
                    <a:bodyPr/>
                    <a:lstStyle/>
                    <a:p>
                      <a:pPr algn="ctr" fontAlgn="b">
                        <a:buNone/>
                      </a:pPr>
                      <a:r>
                        <a:rPr lang="en-US" sz="2000" u="none" strike="noStrike"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21</a:t>
                      </a:r>
                      <a:endParaRPr lang="en-US" sz="2000" b="0" i="0" u="none" strike="noStrike" dirty="0">
                        <a:solidFill>
                          <a:srgbClr val="000000"/>
                        </a:solidFill>
                        <a:effectLst/>
                        <a:latin typeface="Sans Serif Collection" panose="020B0502040504020204" pitchFamily="34" charset="0"/>
                        <a:ea typeface="Sans Serif Collection" panose="020B0502040504020204" pitchFamily="34" charset="0"/>
                        <a:cs typeface="Sans Serif Collection" panose="020B0502040504020204" pitchFamily="34" charset="0"/>
                      </a:endParaRPr>
                    </a:p>
                  </a:txBody>
                  <a:tcPr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US" sz="2000" b="0" i="0" u="none" strike="noStrike" dirty="0">
                          <a:solidFill>
                            <a:srgbClr val="000000"/>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4.9845</a:t>
                      </a: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US" sz="2000" b="0" i="0" u="none" strike="noStrike">
                          <a:solidFill>
                            <a:srgbClr val="000000"/>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172.8924</a:t>
                      </a: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US" sz="2000" b="0" i="0" u="none" strike="noStrike" dirty="0">
                          <a:solidFill>
                            <a:srgbClr val="000000"/>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   2.59E-09</a:t>
                      </a: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US" sz="2000" b="0" i="0" u="none" strike="noStrike" dirty="0">
                          <a:solidFill>
                            <a:srgbClr val="000000"/>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   7.94E-10</a:t>
                      </a: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US" sz="2000" b="0" i="0" u="none" strike="noStrike" dirty="0">
                          <a:solidFill>
                            <a:srgbClr val="000000"/>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177.8768</a:t>
                      </a: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155730243"/>
                  </a:ext>
                </a:extLst>
              </a:tr>
            </a:tbl>
          </a:graphicData>
        </a:graphic>
      </p:graphicFrame>
      <p:grpSp>
        <p:nvGrpSpPr>
          <p:cNvPr id="11" name="Group 10">
            <a:extLst>
              <a:ext uri="{FF2B5EF4-FFF2-40B4-BE49-F238E27FC236}">
                <a16:creationId xmlns:a16="http://schemas.microsoft.com/office/drawing/2014/main" id="{03A68F67-1D05-9DD2-768D-A60D83AC462C}"/>
              </a:ext>
            </a:extLst>
          </p:cNvPr>
          <p:cNvGrpSpPr/>
          <p:nvPr/>
        </p:nvGrpSpPr>
        <p:grpSpPr>
          <a:xfrm>
            <a:off x="5124253" y="14445522"/>
            <a:ext cx="5527288" cy="3017312"/>
            <a:chOff x="3096883" y="3252158"/>
            <a:chExt cx="5357004" cy="2924355"/>
          </a:xfrm>
        </p:grpSpPr>
        <p:pic>
          <p:nvPicPr>
            <p:cNvPr id="12" name="Picture 11">
              <a:extLst>
                <a:ext uri="{FF2B5EF4-FFF2-40B4-BE49-F238E27FC236}">
                  <a16:creationId xmlns:a16="http://schemas.microsoft.com/office/drawing/2014/main" id="{5B3AA560-90D8-3B09-D044-C90EA586ACF0}"/>
                </a:ext>
              </a:extLst>
            </p:cNvPr>
            <p:cNvPicPr>
              <a:picLocks noChangeAspect="1"/>
            </p:cNvPicPr>
            <p:nvPr/>
          </p:nvPicPr>
          <p:blipFill rotWithShape="1">
            <a:blip r:embed="rId45"/>
            <a:srcRect l="33867" t="47104" r="7548" b="5013"/>
            <a:stretch/>
          </p:blipFill>
          <p:spPr>
            <a:xfrm>
              <a:off x="3096883" y="3252158"/>
              <a:ext cx="5357004" cy="2924355"/>
            </a:xfrm>
            <a:prstGeom prst="rect">
              <a:avLst/>
            </a:prstGeom>
          </p:spPr>
        </p:pic>
        <p:sp>
          <p:nvSpPr>
            <p:cNvPr id="23" name="Rectangle 22">
              <a:extLst>
                <a:ext uri="{FF2B5EF4-FFF2-40B4-BE49-F238E27FC236}">
                  <a16:creationId xmlns:a16="http://schemas.microsoft.com/office/drawing/2014/main" id="{024C6E7F-3A36-C757-3174-9926103DBF6A}"/>
                </a:ext>
              </a:extLst>
            </p:cNvPr>
            <p:cNvSpPr/>
            <p:nvPr/>
          </p:nvSpPr>
          <p:spPr>
            <a:xfrm>
              <a:off x="3098208" y="5503652"/>
              <a:ext cx="181155" cy="457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57" name="Picture 56">
            <a:extLst>
              <a:ext uri="{FF2B5EF4-FFF2-40B4-BE49-F238E27FC236}">
                <a16:creationId xmlns:a16="http://schemas.microsoft.com/office/drawing/2014/main" id="{C315E692-77A4-B7C8-9FEF-9915D49D725D}"/>
              </a:ext>
            </a:extLst>
          </p:cNvPr>
          <p:cNvPicPr>
            <a:picLocks noChangeAspect="1"/>
          </p:cNvPicPr>
          <p:nvPr/>
        </p:nvPicPr>
        <p:blipFill rotWithShape="1">
          <a:blip r:embed="rId45">
            <a:alphaModFix/>
          </a:blip>
          <a:srcRect l="33867" t="47104" r="7548" b="5013"/>
          <a:stretch/>
        </p:blipFill>
        <p:spPr>
          <a:xfrm>
            <a:off x="1826701" y="12384576"/>
            <a:ext cx="1632575" cy="891212"/>
          </a:xfrm>
          <a:prstGeom prst="rect">
            <a:avLst/>
          </a:prstGeom>
        </p:spPr>
      </p:pic>
      <p:sp>
        <p:nvSpPr>
          <p:cNvPr id="132" name="TextBox 131"/>
          <p:cNvSpPr txBox="1"/>
          <p:nvPr/>
        </p:nvSpPr>
        <p:spPr>
          <a:xfrm>
            <a:off x="593437" y="14544862"/>
            <a:ext cx="9984915" cy="6524863"/>
          </a:xfrm>
          <a:prstGeom prst="rect">
            <a:avLst/>
          </a:prstGeom>
          <a:noFill/>
        </p:spPr>
        <p:txBody>
          <a:bodyPr wrap="square" rtlCol="0">
            <a:spAutoFit/>
          </a:bodyPr>
          <a:lstStyle/>
          <a:p>
            <a:pPr marL="228600" indent="-228600">
              <a:buFont typeface="Arial" panose="020B0604020202020204" pitchFamily="34" charset="0"/>
              <a:buChar char="•"/>
            </a:pPr>
            <a:r>
              <a:rPr lang="en-US" sz="2200" dirty="0">
                <a:latin typeface="Sans Serif Collection" panose="020B0502040504020204" pitchFamily="34" charset="0"/>
                <a:ea typeface="Sans Serif Collection" panose="020B0502040504020204" pitchFamily="34" charset="0"/>
                <a:cs typeface="Sans Serif Collection" panose="020B0502040504020204" pitchFamily="34" charset="0"/>
              </a:rPr>
              <a:t>15-gene, 28-edge network.</a:t>
            </a:r>
          </a:p>
          <a:p>
            <a:pPr marL="228600" indent="-228600">
              <a:buFont typeface="Arial" panose="020B0604020202020204" pitchFamily="34" charset="0"/>
              <a:buChar char="•"/>
            </a:pPr>
            <a:r>
              <a:rPr lang="en-US" sz="2200" dirty="0">
                <a:latin typeface="Sans Serif Collection" panose="020B0502040504020204" pitchFamily="34" charset="0"/>
                <a:ea typeface="Sans Serif Collection" panose="020B0502040504020204" pitchFamily="34" charset="0"/>
                <a:cs typeface="Sans Serif Collection" panose="020B0502040504020204" pitchFamily="34" charset="0"/>
              </a:rPr>
              <a:t>Each node represents one gene</a:t>
            </a:r>
          </a:p>
          <a:p>
            <a:r>
              <a:rPr lang="en-US" sz="2200" dirty="0">
                <a:latin typeface="Sans Serif Collection" panose="020B0502040504020204" pitchFamily="34" charset="0"/>
                <a:ea typeface="Sans Serif Collection" panose="020B0502040504020204" pitchFamily="34" charset="0"/>
                <a:cs typeface="Sans Serif Collection" panose="020B0502040504020204" pitchFamily="34" charset="0"/>
              </a:rPr>
              <a:t>   encoding a transcription factor.</a:t>
            </a:r>
          </a:p>
          <a:p>
            <a:pPr marL="228600" indent="-228600">
              <a:buFont typeface="Arial" panose="020B0604020202020204" pitchFamily="34" charset="0"/>
              <a:buChar char="•"/>
            </a:pPr>
            <a:r>
              <a:rPr lang="en-US" sz="2200" dirty="0">
                <a:latin typeface="Sans Serif Collection" panose="020B0502040504020204" pitchFamily="34" charset="0"/>
                <a:ea typeface="Sans Serif Collection" panose="020B0502040504020204" pitchFamily="34" charset="0"/>
                <a:cs typeface="Sans Serif Collection" panose="020B0502040504020204" pitchFamily="34" charset="0"/>
              </a:rPr>
              <a:t>Each edge represents a </a:t>
            </a:r>
          </a:p>
          <a:p>
            <a:r>
              <a:rPr lang="en-US" sz="2200" dirty="0">
                <a:latin typeface="Sans Serif Collection" panose="020B0502040504020204" pitchFamily="34" charset="0"/>
                <a:ea typeface="Sans Serif Collection" panose="020B0502040504020204" pitchFamily="34" charset="0"/>
                <a:cs typeface="Sans Serif Collection" panose="020B0502040504020204" pitchFamily="34" charset="0"/>
              </a:rPr>
              <a:t>   regulatory relationship, either </a:t>
            </a:r>
          </a:p>
          <a:p>
            <a:r>
              <a:rPr lang="en-US" sz="2200" dirty="0">
                <a:latin typeface="Sans Serif Collection" panose="020B0502040504020204" pitchFamily="34" charset="0"/>
                <a:ea typeface="Sans Serif Collection" panose="020B0502040504020204" pitchFamily="34" charset="0"/>
                <a:cs typeface="Sans Serif Collection" panose="020B0502040504020204" pitchFamily="34" charset="0"/>
              </a:rPr>
              <a:t>   activation or repression, </a:t>
            </a:r>
          </a:p>
          <a:p>
            <a:r>
              <a:rPr lang="en-US" sz="2200" dirty="0">
                <a:latin typeface="Sans Serif Collection" panose="020B0502040504020204" pitchFamily="34" charset="0"/>
                <a:ea typeface="Sans Serif Collection" panose="020B0502040504020204" pitchFamily="34" charset="0"/>
                <a:cs typeface="Sans Serif Collection" panose="020B0502040504020204" pitchFamily="34" charset="0"/>
              </a:rPr>
              <a:t>   depending on the sign of </a:t>
            </a:r>
          </a:p>
          <a:p>
            <a:r>
              <a:rPr lang="en-US" sz="2200" dirty="0">
                <a:latin typeface="Sans Serif Collection" panose="020B0502040504020204" pitchFamily="34" charset="0"/>
                <a:ea typeface="Sans Serif Collection" panose="020B0502040504020204" pitchFamily="34" charset="0"/>
                <a:cs typeface="Sans Serif Collection" panose="020B0502040504020204" pitchFamily="34" charset="0"/>
              </a:rPr>
              <a:t>   the weight.</a:t>
            </a:r>
          </a:p>
          <a:p>
            <a:pPr marL="228600" indent="-228600">
              <a:buFont typeface="Arial" panose="020B0604020202020204" pitchFamily="34" charset="0"/>
              <a:buChar char="•"/>
            </a:pPr>
            <a:r>
              <a:rPr lang="en-US" sz="2200" dirty="0">
                <a:latin typeface="Sans Serif Collection" panose="020B0502040504020204" pitchFamily="34" charset="0"/>
                <a:ea typeface="Sans Serif Collection" panose="020B0502040504020204" pitchFamily="34" charset="0"/>
                <a:cs typeface="Sans Serif Collection" panose="020B0502040504020204" pitchFamily="34" charset="0"/>
              </a:rPr>
              <a:t>This network was modeled with </a:t>
            </a:r>
          </a:p>
          <a:p>
            <a:r>
              <a:rPr lang="en-US" sz="2200" dirty="0">
                <a:latin typeface="Sans Serif Collection" panose="020B0502040504020204" pitchFamily="34" charset="0"/>
                <a:ea typeface="Sans Serif Collection" panose="020B0502040504020204" pitchFamily="34" charset="0"/>
                <a:cs typeface="Sans Serif Collection" panose="020B0502040504020204" pitchFamily="34" charset="0"/>
              </a:rPr>
              <a:t>   </a:t>
            </a:r>
            <a:r>
              <a:rPr lang="en-US" sz="2200" dirty="0" err="1">
                <a:latin typeface="Sans Serif Collection" panose="020B0502040504020204" pitchFamily="34" charset="0"/>
                <a:ea typeface="Sans Serif Collection" panose="020B0502040504020204" pitchFamily="34" charset="0"/>
                <a:cs typeface="Sans Serif Collection" panose="020B0502040504020204" pitchFamily="34" charset="0"/>
              </a:rPr>
              <a:t>GRNmap</a:t>
            </a:r>
            <a:r>
              <a:rPr lang="en-US" sz="2200" dirty="0">
                <a:latin typeface="Sans Serif Collection" panose="020B0502040504020204" pitchFamily="34" charset="0"/>
                <a:ea typeface="Sans Serif Collection" panose="020B0502040504020204" pitchFamily="34" charset="0"/>
                <a:cs typeface="Sans Serif Collection" panose="020B0502040504020204" pitchFamily="34" charset="0"/>
              </a:rPr>
              <a:t> using Dahlquist et al. (2018) expression data, and the results</a:t>
            </a:r>
            <a:br>
              <a:rPr lang="en-US" sz="2200" dirty="0">
                <a:latin typeface="Sans Serif Collection" panose="020B0502040504020204" pitchFamily="34" charset="0"/>
                <a:ea typeface="Sans Serif Collection" panose="020B0502040504020204" pitchFamily="34" charset="0"/>
                <a:cs typeface="Sans Serif Collection" panose="020B0502040504020204" pitchFamily="34" charset="0"/>
              </a:rPr>
            </a:br>
            <a:r>
              <a:rPr lang="en-US" sz="2200" dirty="0">
                <a:latin typeface="Sans Serif Collection" panose="020B0502040504020204" pitchFamily="34" charset="0"/>
                <a:ea typeface="Sans Serif Collection" panose="020B0502040504020204" pitchFamily="34" charset="0"/>
                <a:cs typeface="Sans Serif Collection" panose="020B0502040504020204" pitchFamily="34" charset="0"/>
              </a:rPr>
              <a:t>   were visualized with </a:t>
            </a:r>
            <a:r>
              <a:rPr lang="en-US" sz="2200" dirty="0" err="1">
                <a:latin typeface="Sans Serif Collection" panose="020B0502040504020204" pitchFamily="34" charset="0"/>
                <a:ea typeface="Sans Serif Collection" panose="020B0502040504020204" pitchFamily="34" charset="0"/>
                <a:cs typeface="Sans Serif Collection" panose="020B0502040504020204" pitchFamily="34" charset="0"/>
              </a:rPr>
              <a:t>GRNsight</a:t>
            </a:r>
            <a:r>
              <a:rPr lang="en-US" sz="2200" dirty="0">
                <a:latin typeface="Sans Serif Collection" panose="020B0502040504020204" pitchFamily="34" charset="0"/>
                <a:ea typeface="Sans Serif Collection" panose="020B0502040504020204" pitchFamily="34" charset="0"/>
                <a:cs typeface="Sans Serif Collection" panose="020B0502040504020204" pitchFamily="34" charset="0"/>
              </a:rPr>
              <a:t>. </a:t>
            </a:r>
            <a:r>
              <a:rPr lang="en-US" sz="2200" i="1" dirty="0">
                <a:latin typeface="Sans Serif Collection" panose="020B0502040504020204" pitchFamily="34" charset="0"/>
                <a:ea typeface="Sans Serif Collection" panose="020B0502040504020204" pitchFamily="34" charset="0"/>
                <a:cs typeface="Sans Serif Collection" panose="020B0502040504020204" pitchFamily="34" charset="0"/>
              </a:rPr>
              <a:t>P</a:t>
            </a:r>
            <a:r>
              <a:rPr lang="en-US" sz="2200" dirty="0">
                <a:latin typeface="Sans Serif Collection" panose="020B0502040504020204" pitchFamily="34" charset="0"/>
                <a:ea typeface="Sans Serif Collection" panose="020B0502040504020204" pitchFamily="34" charset="0"/>
                <a:cs typeface="Sans Serif Collection" panose="020B0502040504020204" pitchFamily="34" charset="0"/>
              </a:rPr>
              <a:t>, </a:t>
            </a:r>
            <a:r>
              <a:rPr lang="en-US" sz="2200" i="1" dirty="0">
                <a:latin typeface="Sans Serif Collection" panose="020B0502040504020204" pitchFamily="34" charset="0"/>
                <a:ea typeface="Sans Serif Collection" panose="020B0502040504020204" pitchFamily="34" charset="0"/>
                <a:cs typeface="Sans Serif Collection" panose="020B0502040504020204" pitchFamily="34" charset="0"/>
              </a:rPr>
              <a:t>b</a:t>
            </a:r>
            <a:r>
              <a:rPr lang="en-US" sz="2200" dirty="0">
                <a:latin typeface="Sans Serif Collection" panose="020B0502040504020204" pitchFamily="34" charset="0"/>
                <a:ea typeface="Sans Serif Collection" panose="020B0502040504020204" pitchFamily="34" charset="0"/>
                <a:cs typeface="Sans Serif Collection" panose="020B0502040504020204" pitchFamily="34" charset="0"/>
              </a:rPr>
              <a:t>, and </a:t>
            </a:r>
            <a:r>
              <a:rPr lang="en-US" sz="2200" i="1" dirty="0">
                <a:latin typeface="Sans Serif Collection" panose="020B0502040504020204" pitchFamily="34" charset="0"/>
                <a:ea typeface="Sans Serif Collection" panose="020B0502040504020204" pitchFamily="34" charset="0"/>
                <a:cs typeface="Sans Serif Collection" panose="020B0502040504020204" pitchFamily="34" charset="0"/>
              </a:rPr>
              <a:t>w</a:t>
            </a:r>
            <a:r>
              <a:rPr lang="en-US" sz="2200" dirty="0">
                <a:latin typeface="Sans Serif Collection" panose="020B0502040504020204" pitchFamily="34" charset="0"/>
                <a:ea typeface="Sans Serif Collection" panose="020B0502040504020204" pitchFamily="34" charset="0"/>
                <a:cs typeface="Sans Serif Collection" panose="020B0502040504020204" pitchFamily="34" charset="0"/>
              </a:rPr>
              <a:t> were all estimated.</a:t>
            </a:r>
          </a:p>
          <a:p>
            <a:pPr marL="223838" indent="-223838">
              <a:buFont typeface="Arial" panose="020B0604020202020204" pitchFamily="34" charset="0"/>
              <a:buChar char="•"/>
            </a:pPr>
            <a:r>
              <a:rPr lang="en-US" sz="2200" dirty="0" err="1">
                <a:latin typeface="Sans Serif Collection" panose="020B0502040504020204" pitchFamily="34" charset="0"/>
                <a:ea typeface="Sans Serif Collection" panose="020B0502040504020204" pitchFamily="34" charset="0"/>
                <a:cs typeface="Sans Serif Collection" panose="020B0502040504020204" pitchFamily="34" charset="0"/>
              </a:rPr>
              <a:t>wt</a:t>
            </a:r>
            <a:r>
              <a:rPr lang="en-US" sz="2200" dirty="0">
                <a:latin typeface="Sans Serif Collection" panose="020B0502040504020204" pitchFamily="34" charset="0"/>
                <a:ea typeface="Sans Serif Collection" panose="020B0502040504020204" pitchFamily="34" charset="0"/>
                <a:cs typeface="Sans Serif Collection" panose="020B0502040504020204" pitchFamily="34" charset="0"/>
              </a:rPr>
              <a:t> yeast were subjected to 15, 30, and 60 minutes of cold shock at 13°C.</a:t>
            </a:r>
          </a:p>
          <a:p>
            <a:pPr marL="223838" indent="-223838">
              <a:buFont typeface="Arial" panose="020B0604020202020204" pitchFamily="34" charset="0"/>
              <a:buChar char="•"/>
            </a:pPr>
            <a:r>
              <a:rPr lang="en-US" sz="2200" dirty="0">
                <a:latin typeface="Sans Serif Collection" panose="020B0502040504020204" pitchFamily="34" charset="0"/>
                <a:ea typeface="Sans Serif Collection" panose="020B0502040504020204" pitchFamily="34" charset="0"/>
                <a:cs typeface="Sans Serif Collection" panose="020B0502040504020204" pitchFamily="34" charset="0"/>
              </a:rPr>
              <a:t>The top set of stripes in each node is actual log</a:t>
            </a:r>
            <a:r>
              <a:rPr lang="en-US" sz="2200" baseline="-25000" dirty="0">
                <a:latin typeface="Sans Serif Collection" panose="020B0502040504020204" pitchFamily="34" charset="0"/>
                <a:ea typeface="Sans Serif Collection" panose="020B0502040504020204" pitchFamily="34" charset="0"/>
                <a:cs typeface="Sans Serif Collection" panose="020B0502040504020204" pitchFamily="34" charset="0"/>
              </a:rPr>
              <a:t>2</a:t>
            </a:r>
            <a:r>
              <a:rPr lang="en-US" sz="2200" dirty="0">
                <a:latin typeface="Sans Serif Collection" panose="020B0502040504020204" pitchFamily="34" charset="0"/>
                <a:ea typeface="Sans Serif Collection" panose="020B0502040504020204" pitchFamily="34" charset="0"/>
                <a:cs typeface="Sans Serif Collection" panose="020B0502040504020204" pitchFamily="34" charset="0"/>
              </a:rPr>
              <a:t> fold change expression data for each timepoint, bottom is model-simulated data.</a:t>
            </a:r>
          </a:p>
          <a:p>
            <a:pPr marL="223838" indent="-223838">
              <a:buFont typeface="Arial" panose="020B0604020202020204" pitchFamily="34" charset="0"/>
              <a:buChar char="•"/>
            </a:pPr>
            <a:r>
              <a:rPr lang="en-US" sz="2200" dirty="0">
                <a:latin typeface="Sans Serif Collection" panose="020B0502040504020204" pitchFamily="34" charset="0"/>
                <a:ea typeface="Sans Serif Collection" panose="020B0502040504020204" pitchFamily="34" charset="0"/>
                <a:cs typeface="Sans Serif Collection" panose="020B0502040504020204" pitchFamily="34" charset="0"/>
              </a:rPr>
              <a:t>There is generally a good concordance between the experimental and model-simulated data.</a:t>
            </a:r>
          </a:p>
          <a:p>
            <a:endParaRPr lang="en-US" sz="2200" dirty="0">
              <a:latin typeface="Sans Serif Collection" panose="020B0502040504020204" pitchFamily="34" charset="0"/>
              <a:ea typeface="Sans Serif Collection" panose="020B0502040504020204" pitchFamily="34" charset="0"/>
              <a:cs typeface="Sans Serif Collection" panose="020B0502040504020204" pitchFamily="34" charset="0"/>
            </a:endParaRPr>
          </a:p>
          <a:p>
            <a:endParaRPr lang="en-US" sz="2200" dirty="0">
              <a:latin typeface="Sans Serif Collection" panose="020B0502040504020204" pitchFamily="34" charset="0"/>
              <a:ea typeface="Sans Serif Collection" panose="020B0502040504020204" pitchFamily="34" charset="0"/>
              <a:cs typeface="Sans Serif Collection" panose="020B0502040504020204" pitchFamily="34" charset="0"/>
            </a:endParaRPr>
          </a:p>
          <a:p>
            <a:endParaRPr lang="en-US" sz="2200" dirty="0">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
        <p:nvSpPr>
          <p:cNvPr id="143" name="TextBox 142">
            <a:extLst>
              <a:ext uri="{FF2B5EF4-FFF2-40B4-BE49-F238E27FC236}">
                <a16:creationId xmlns:a16="http://schemas.microsoft.com/office/drawing/2014/main" id="{A0D18DDA-3075-4282-EE5F-4B80B7CF3854}"/>
              </a:ext>
            </a:extLst>
          </p:cNvPr>
          <p:cNvSpPr txBox="1"/>
          <p:nvPr/>
        </p:nvSpPr>
        <p:spPr>
          <a:xfrm rot="10800000" flipV="1">
            <a:off x="1399420" y="30411007"/>
            <a:ext cx="8598273" cy="1446550"/>
          </a:xfrm>
          <a:prstGeom prst="rect">
            <a:avLst/>
          </a:prstGeom>
          <a:noFill/>
        </p:spPr>
        <p:txBody>
          <a:bodyPr wrap="square">
            <a:spAutoFit/>
          </a:bodyPr>
          <a:lstStyle/>
          <a:p>
            <a:pPr lvl="1" defTabSz="457200">
              <a:buClr>
                <a:schemeClr val="dk1"/>
              </a:buClr>
              <a:buSzPct val="100000"/>
              <a:defRPr/>
            </a:pPr>
            <a:r>
              <a:rPr lang="en-US" sz="2200" b="1" dirty="0">
                <a:latin typeface="Sans Serif Collection" panose="020B0502040504020204" pitchFamily="34" charset="0"/>
                <a:ea typeface="Sans Serif Collection" panose="020B0502040504020204" pitchFamily="34" charset="0"/>
                <a:cs typeface="Sans Serif Collection" panose="020B0502040504020204" pitchFamily="34" charset="0"/>
              </a:rPr>
              <a:t>To better understand parameter sensitivity, we simplified the network into a small-scale “toy” network of 3 genes and 4 edges and explored holding the </a:t>
            </a:r>
            <a:r>
              <a:rPr lang="en-US" sz="2200" b="1" i="1" dirty="0">
                <a:latin typeface="Sans Serif Collection" panose="020B0502040504020204" pitchFamily="34" charset="0"/>
                <a:ea typeface="Sans Serif Collection" panose="020B0502040504020204" pitchFamily="34" charset="0"/>
                <a:cs typeface="Sans Serif Collection" panose="020B0502040504020204" pitchFamily="34" charset="0"/>
              </a:rPr>
              <a:t>P</a:t>
            </a:r>
            <a:r>
              <a:rPr lang="en-US" sz="2200" b="1" dirty="0">
                <a:latin typeface="Sans Serif Collection" panose="020B0502040504020204" pitchFamily="34" charset="0"/>
                <a:ea typeface="Sans Serif Collection" panose="020B0502040504020204" pitchFamily="34" charset="0"/>
                <a:cs typeface="Sans Serif Collection" panose="020B0502040504020204" pitchFamily="34" charset="0"/>
              </a:rPr>
              <a:t> and </a:t>
            </a:r>
            <a:r>
              <a:rPr lang="en-US" sz="2200" b="1" i="1" dirty="0">
                <a:latin typeface="Sans Serif Collection" panose="020B0502040504020204" pitchFamily="34" charset="0"/>
                <a:ea typeface="Sans Serif Collection" panose="020B0502040504020204" pitchFamily="34" charset="0"/>
                <a:cs typeface="Sans Serif Collection" panose="020B0502040504020204" pitchFamily="34" charset="0"/>
              </a:rPr>
              <a:t>b</a:t>
            </a:r>
            <a:r>
              <a:rPr lang="en-US" sz="2200" b="1" dirty="0">
                <a:latin typeface="Sans Serif Collection" panose="020B0502040504020204" pitchFamily="34" charset="0"/>
                <a:ea typeface="Sans Serif Collection" panose="020B0502040504020204" pitchFamily="34" charset="0"/>
                <a:cs typeface="Sans Serif Collection" panose="020B0502040504020204" pitchFamily="34" charset="0"/>
              </a:rPr>
              <a:t> parameters constant to understand the effect on the accuracy of the estimation.</a:t>
            </a:r>
          </a:p>
        </p:txBody>
      </p:sp>
      <p:pic>
        <p:nvPicPr>
          <p:cNvPr id="144" name="Picture 143" descr="A black and white image of a person holding a sign&#10;&#10;AI-generated content may be incorrect.">
            <a:extLst>
              <a:ext uri="{FF2B5EF4-FFF2-40B4-BE49-F238E27FC236}">
                <a16:creationId xmlns:a16="http://schemas.microsoft.com/office/drawing/2014/main" id="{87875BDC-A14F-DFE0-C3FC-97C23F851C26}"/>
              </a:ext>
            </a:extLst>
          </p:cNvPr>
          <p:cNvPicPr>
            <a:picLocks noChangeAspect="1"/>
          </p:cNvPicPr>
          <p:nvPr/>
        </p:nvPicPr>
        <p:blipFill>
          <a:blip r:embed="rId46" cstate="email">
            <a:extLst>
              <a:ext uri="{28A0092B-C50C-407E-A947-70E740481C1C}">
                <a14:useLocalDpi xmlns:a14="http://schemas.microsoft.com/office/drawing/2010/main" val="0"/>
              </a:ext>
            </a:extLst>
          </a:blip>
          <a:srcRect r="62917" b="61797"/>
          <a:stretch/>
        </p:blipFill>
        <p:spPr>
          <a:xfrm>
            <a:off x="29662053" y="9186999"/>
            <a:ext cx="3390847" cy="2071179"/>
          </a:xfrm>
          <a:prstGeom prst="rect">
            <a:avLst/>
          </a:prstGeom>
        </p:spPr>
      </p:pic>
      <p:pic>
        <p:nvPicPr>
          <p:cNvPr id="145" name="Picture 144" descr="A person holding a sign&#10;&#10;AI-generated content may be incorrect.">
            <a:extLst>
              <a:ext uri="{FF2B5EF4-FFF2-40B4-BE49-F238E27FC236}">
                <a16:creationId xmlns:a16="http://schemas.microsoft.com/office/drawing/2014/main" id="{E0260DA5-D037-DEDA-D39B-B3BC7D8D88D4}"/>
              </a:ext>
            </a:extLst>
          </p:cNvPr>
          <p:cNvPicPr>
            <a:picLocks noChangeAspect="1"/>
          </p:cNvPicPr>
          <p:nvPr/>
        </p:nvPicPr>
        <p:blipFill>
          <a:blip r:embed="rId47" cstate="email">
            <a:extLst>
              <a:ext uri="{28A0092B-C50C-407E-A947-70E740481C1C}">
                <a14:useLocalDpi xmlns:a14="http://schemas.microsoft.com/office/drawing/2010/main" val="0"/>
              </a:ext>
            </a:extLst>
          </a:blip>
          <a:srcRect r="65183" b="63404"/>
          <a:stretch/>
        </p:blipFill>
        <p:spPr>
          <a:xfrm>
            <a:off x="37783423" y="9204504"/>
            <a:ext cx="3183619" cy="1984032"/>
          </a:xfrm>
          <a:prstGeom prst="rect">
            <a:avLst/>
          </a:prstGeom>
        </p:spPr>
      </p:pic>
      <p:sp>
        <p:nvSpPr>
          <p:cNvPr id="156" name="TextBox 155">
            <a:extLst>
              <a:ext uri="{FF2B5EF4-FFF2-40B4-BE49-F238E27FC236}">
                <a16:creationId xmlns:a16="http://schemas.microsoft.com/office/drawing/2014/main" id="{D4729B62-8176-0373-A906-63BF6B20553E}"/>
              </a:ext>
            </a:extLst>
          </p:cNvPr>
          <p:cNvSpPr txBox="1"/>
          <p:nvPr/>
        </p:nvSpPr>
        <p:spPr>
          <a:xfrm>
            <a:off x="29871076" y="9703044"/>
            <a:ext cx="930063" cy="307777"/>
          </a:xfrm>
          <a:prstGeom prst="rect">
            <a:avLst/>
          </a:prstGeom>
          <a:solidFill>
            <a:schemeClr val="bg1"/>
          </a:solidFill>
          <a:ln>
            <a:noFill/>
          </a:ln>
        </p:spPr>
        <p:txBody>
          <a:bodyPr wrap="square" rtlCol="0">
            <a:spAutoFit/>
          </a:bodyPr>
          <a:lstStyle/>
          <a:p>
            <a:r>
              <a:rPr lang="en-US" sz="1400" b="1" dirty="0"/>
              <a:t>Weight 1</a:t>
            </a:r>
          </a:p>
        </p:txBody>
      </p:sp>
      <p:sp>
        <p:nvSpPr>
          <p:cNvPr id="180" name="TextBox 179">
            <a:extLst>
              <a:ext uri="{FF2B5EF4-FFF2-40B4-BE49-F238E27FC236}">
                <a16:creationId xmlns:a16="http://schemas.microsoft.com/office/drawing/2014/main" id="{AD7341B5-FAB9-5F74-05EB-A3A590D7D1D4}"/>
              </a:ext>
            </a:extLst>
          </p:cNvPr>
          <p:cNvSpPr txBox="1"/>
          <p:nvPr/>
        </p:nvSpPr>
        <p:spPr>
          <a:xfrm>
            <a:off x="31650607" y="9703044"/>
            <a:ext cx="930063" cy="307777"/>
          </a:xfrm>
          <a:prstGeom prst="rect">
            <a:avLst/>
          </a:prstGeom>
          <a:solidFill>
            <a:schemeClr val="bg1"/>
          </a:solidFill>
        </p:spPr>
        <p:txBody>
          <a:bodyPr wrap="square" rtlCol="0">
            <a:spAutoFit/>
          </a:bodyPr>
          <a:lstStyle/>
          <a:p>
            <a:r>
              <a:rPr lang="en-US" sz="1400" b="1" dirty="0"/>
              <a:t>Weight 2</a:t>
            </a:r>
          </a:p>
        </p:txBody>
      </p:sp>
      <p:sp>
        <p:nvSpPr>
          <p:cNvPr id="181" name="TextBox 180">
            <a:extLst>
              <a:ext uri="{FF2B5EF4-FFF2-40B4-BE49-F238E27FC236}">
                <a16:creationId xmlns:a16="http://schemas.microsoft.com/office/drawing/2014/main" id="{A171E0E7-B79B-1F09-8DD7-F30C4DF62B6F}"/>
              </a:ext>
            </a:extLst>
          </p:cNvPr>
          <p:cNvSpPr txBox="1"/>
          <p:nvPr/>
        </p:nvSpPr>
        <p:spPr>
          <a:xfrm>
            <a:off x="30554292" y="10125446"/>
            <a:ext cx="930063" cy="307777"/>
          </a:xfrm>
          <a:prstGeom prst="rect">
            <a:avLst/>
          </a:prstGeom>
          <a:solidFill>
            <a:schemeClr val="bg1"/>
          </a:solidFill>
        </p:spPr>
        <p:txBody>
          <a:bodyPr wrap="square" rtlCol="0">
            <a:spAutoFit/>
          </a:bodyPr>
          <a:lstStyle/>
          <a:p>
            <a:r>
              <a:rPr lang="en-US" sz="1400" b="1" dirty="0"/>
              <a:t>Weight 3</a:t>
            </a:r>
          </a:p>
        </p:txBody>
      </p:sp>
      <p:sp>
        <p:nvSpPr>
          <p:cNvPr id="185" name="TextBox 184">
            <a:extLst>
              <a:ext uri="{FF2B5EF4-FFF2-40B4-BE49-F238E27FC236}">
                <a16:creationId xmlns:a16="http://schemas.microsoft.com/office/drawing/2014/main" id="{513C0EC1-5FCC-5D45-A35D-4277253461B7}"/>
              </a:ext>
            </a:extLst>
          </p:cNvPr>
          <p:cNvSpPr txBox="1"/>
          <p:nvPr/>
        </p:nvSpPr>
        <p:spPr>
          <a:xfrm>
            <a:off x="31145797" y="10416615"/>
            <a:ext cx="930063" cy="307777"/>
          </a:xfrm>
          <a:prstGeom prst="rect">
            <a:avLst/>
          </a:prstGeom>
          <a:solidFill>
            <a:schemeClr val="bg1"/>
          </a:solidFill>
        </p:spPr>
        <p:txBody>
          <a:bodyPr wrap="square" rtlCol="0">
            <a:spAutoFit/>
          </a:bodyPr>
          <a:lstStyle/>
          <a:p>
            <a:r>
              <a:rPr lang="en-US" sz="1400" b="1" dirty="0"/>
              <a:t>Weight 4</a:t>
            </a:r>
          </a:p>
        </p:txBody>
      </p:sp>
      <p:sp>
        <p:nvSpPr>
          <p:cNvPr id="186" name="TextBox 185">
            <a:extLst>
              <a:ext uri="{FF2B5EF4-FFF2-40B4-BE49-F238E27FC236}">
                <a16:creationId xmlns:a16="http://schemas.microsoft.com/office/drawing/2014/main" id="{E7AE34A1-A727-9C96-F199-2C924DB2CFA9}"/>
              </a:ext>
            </a:extLst>
          </p:cNvPr>
          <p:cNvSpPr txBox="1"/>
          <p:nvPr/>
        </p:nvSpPr>
        <p:spPr>
          <a:xfrm>
            <a:off x="38149422" y="9913728"/>
            <a:ext cx="930063" cy="307777"/>
          </a:xfrm>
          <a:prstGeom prst="rect">
            <a:avLst/>
          </a:prstGeom>
          <a:solidFill>
            <a:schemeClr val="bg1"/>
          </a:solidFill>
        </p:spPr>
        <p:txBody>
          <a:bodyPr wrap="square" rtlCol="0">
            <a:spAutoFit/>
          </a:bodyPr>
          <a:lstStyle/>
          <a:p>
            <a:r>
              <a:rPr lang="en-US" sz="1400" b="1" dirty="0"/>
              <a:t>Weight 1</a:t>
            </a:r>
          </a:p>
        </p:txBody>
      </p:sp>
      <p:sp>
        <p:nvSpPr>
          <p:cNvPr id="208" name="TextBox 207">
            <a:extLst>
              <a:ext uri="{FF2B5EF4-FFF2-40B4-BE49-F238E27FC236}">
                <a16:creationId xmlns:a16="http://schemas.microsoft.com/office/drawing/2014/main" id="{ADD8A16C-BEF0-E174-43AD-E80229C4C1E6}"/>
              </a:ext>
            </a:extLst>
          </p:cNvPr>
          <p:cNvSpPr txBox="1"/>
          <p:nvPr/>
        </p:nvSpPr>
        <p:spPr>
          <a:xfrm>
            <a:off x="39229329" y="10461543"/>
            <a:ext cx="930063" cy="307777"/>
          </a:xfrm>
          <a:prstGeom prst="rect">
            <a:avLst/>
          </a:prstGeom>
          <a:solidFill>
            <a:schemeClr val="bg1"/>
          </a:solidFill>
        </p:spPr>
        <p:txBody>
          <a:bodyPr wrap="square" rtlCol="0">
            <a:spAutoFit/>
          </a:bodyPr>
          <a:lstStyle/>
          <a:p>
            <a:r>
              <a:rPr lang="en-US" sz="1400" b="1" dirty="0"/>
              <a:t>Weight 2</a:t>
            </a:r>
          </a:p>
        </p:txBody>
      </p:sp>
      <p:sp>
        <p:nvSpPr>
          <p:cNvPr id="209" name="TextBox 208">
            <a:extLst>
              <a:ext uri="{FF2B5EF4-FFF2-40B4-BE49-F238E27FC236}">
                <a16:creationId xmlns:a16="http://schemas.microsoft.com/office/drawing/2014/main" id="{28560218-ABD7-7DAC-923C-4EB8FB9F053A}"/>
              </a:ext>
            </a:extLst>
          </p:cNvPr>
          <p:cNvSpPr txBox="1"/>
          <p:nvPr/>
        </p:nvSpPr>
        <p:spPr>
          <a:xfrm>
            <a:off x="39375232" y="9517660"/>
            <a:ext cx="930063" cy="307777"/>
          </a:xfrm>
          <a:prstGeom prst="rect">
            <a:avLst/>
          </a:prstGeom>
          <a:solidFill>
            <a:schemeClr val="bg1"/>
          </a:solidFill>
        </p:spPr>
        <p:txBody>
          <a:bodyPr wrap="square" rtlCol="0">
            <a:spAutoFit/>
          </a:bodyPr>
          <a:lstStyle/>
          <a:p>
            <a:r>
              <a:rPr lang="en-US" sz="1400" b="1" dirty="0"/>
              <a:t>Weight 3</a:t>
            </a:r>
          </a:p>
        </p:txBody>
      </p:sp>
      <p:sp>
        <p:nvSpPr>
          <p:cNvPr id="210" name="TextBox 209">
            <a:extLst>
              <a:ext uri="{FF2B5EF4-FFF2-40B4-BE49-F238E27FC236}">
                <a16:creationId xmlns:a16="http://schemas.microsoft.com/office/drawing/2014/main" id="{EA2AAF60-D5A6-4CFD-9932-4E66A92E4BE0}"/>
              </a:ext>
            </a:extLst>
          </p:cNvPr>
          <p:cNvSpPr txBox="1"/>
          <p:nvPr/>
        </p:nvSpPr>
        <p:spPr>
          <a:xfrm>
            <a:off x="39060307" y="10030334"/>
            <a:ext cx="930063" cy="307777"/>
          </a:xfrm>
          <a:prstGeom prst="rect">
            <a:avLst/>
          </a:prstGeom>
          <a:solidFill>
            <a:schemeClr val="bg1"/>
          </a:solidFill>
        </p:spPr>
        <p:txBody>
          <a:bodyPr wrap="square" rtlCol="0">
            <a:spAutoFit/>
          </a:bodyPr>
          <a:lstStyle/>
          <a:p>
            <a:r>
              <a:rPr lang="en-US" sz="1400" b="1" dirty="0"/>
              <a:t>Weight 4</a:t>
            </a:r>
          </a:p>
        </p:txBody>
      </p:sp>
    </p:spTree>
    <p:extLst>
      <p:ext uri="{BB962C8B-B14F-4D97-AF65-F5344CB8AC3E}">
        <p14:creationId xmlns:p14="http://schemas.microsoft.com/office/powerpoint/2010/main" val="2166200899"/>
      </p:ext>
    </p:extLst>
  </p:cSld>
  <p:clrMapOvr>
    <a:masterClrMapping/>
  </p:clrMapOvr>
  <p:transition spd="slow">
    <p:cut/>
  </p:transition>
  <p:extLst>
    <p:ext uri="{6950BFC3-D8DA-4A85-94F7-54DA5524770B}">
      <p188:commentRel xmlns:p188="http://schemas.microsoft.com/office/powerpoint/2018/8/main" r:id="rId3"/>
    </p:ext>
  </p:extLst>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8DB5B7ED115EF04980BBFAFC51672553" ma:contentTypeVersion="15" ma:contentTypeDescription="Create a new document." ma:contentTypeScope="" ma:versionID="9b55da026ff86b21a27ceb0c760ba84a">
  <xsd:schema xmlns:xsd="http://www.w3.org/2001/XMLSchema" xmlns:xs="http://www.w3.org/2001/XMLSchema" xmlns:p="http://schemas.microsoft.com/office/2006/metadata/properties" xmlns:ns3="070f1269-45c1-4463-99ba-5dc4e57c7dff" xmlns:ns4="7bf50b4b-6300-445a-aea1-306a2291592c" targetNamespace="http://schemas.microsoft.com/office/2006/metadata/properties" ma:root="true" ma:fieldsID="98d63265c291894b3cd900fffdc6c5fd" ns3:_="" ns4:_="">
    <xsd:import namespace="070f1269-45c1-4463-99ba-5dc4e57c7dff"/>
    <xsd:import namespace="7bf50b4b-6300-445a-aea1-306a2291592c"/>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_activity" minOccurs="0"/>
                <xsd:element ref="ns3:MediaServiceObjectDetectorVersions" minOccurs="0"/>
                <xsd:element ref="ns3:MediaServiceSearchProperties" minOccurs="0"/>
                <xsd:element ref="ns3:MediaServiceDateTaken" minOccurs="0"/>
                <xsd:element ref="ns3:MediaServiceSystemTags" minOccurs="0"/>
                <xsd:element ref="ns3:MediaServiceGenerationTime" minOccurs="0"/>
                <xsd:element ref="ns3:MediaServiceEventHashCode" minOccurs="0"/>
                <xsd:element ref="ns3:MediaServiceLocation" minOccurs="0"/>
                <xsd:element ref="ns3:MediaLengthInSeconds" minOccurs="0"/>
                <xsd:element ref="ns3: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70f1269-45c1-4463-99ba-5dc4e57c7df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_activity" ma:index="13" nillable="true" ma:displayName="_activity" ma:hidden="true" ma:internalName="_activity">
      <xsd:simpleType>
        <xsd:restriction base="dms:Note"/>
      </xsd:simpleType>
    </xsd:element>
    <xsd:element name="MediaServiceObjectDetectorVersions" ma:index="14" nillable="true" ma:displayName="MediaServiceObjectDetectorVersions" ma:hidden="true" ma:indexed="true" ma:internalName="MediaServiceObjectDetectorVersions" ma:readOnly="true">
      <xsd:simpleType>
        <xsd:restriction base="dms:Text"/>
      </xsd:simpleType>
    </xsd:element>
    <xsd:element name="MediaServiceSearchProperties" ma:index="15" nillable="true" ma:displayName="MediaServiceSearchProperties" ma:hidden="true" ma:internalName="MediaServiceSearchProperties" ma:readOnly="true">
      <xsd:simpleType>
        <xsd:restriction base="dms:Note"/>
      </xsd:simpleType>
    </xsd:element>
    <xsd:element name="MediaServiceDateTaken" ma:index="16" nillable="true" ma:displayName="MediaServiceDateTaken" ma:hidden="true" ma:indexed="true" ma:internalName="MediaServiceDateTaken" ma:readOnly="true">
      <xsd:simpleType>
        <xsd:restriction base="dms:Text"/>
      </xsd:simpleType>
    </xsd:element>
    <xsd:element name="MediaServiceSystemTags" ma:index="17" nillable="true" ma:displayName="MediaServiceSystemTags" ma:hidden="true" ma:internalName="MediaServiceSystemTags" ma:readOnly="true">
      <xsd:simpleType>
        <xsd:restriction base="dms:Note"/>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ServiceLocation" ma:index="20" nillable="true" ma:displayName="Location" ma:indexed="true" ma:internalName="MediaServiceLocation" ma:readOnly="true">
      <xsd:simpleType>
        <xsd:restriction base="dms:Text"/>
      </xsd:simpleType>
    </xsd:element>
    <xsd:element name="MediaLengthInSeconds" ma:index="21" nillable="true" ma:displayName="MediaLengthInSeconds" ma:hidden="true" ma:internalName="MediaLengthInSeconds" ma:readOnly="true">
      <xsd:simpleType>
        <xsd:restriction base="dms:Unknown"/>
      </xsd:simpleType>
    </xsd:element>
    <xsd:element name="MediaServiceOCR" ma:index="22"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7bf50b4b-6300-445a-aea1-306a2291592c"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SharingHintHash" ma:index="1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activity xmlns="070f1269-45c1-4463-99ba-5dc4e57c7dff" xsi:nil="true"/>
  </documentManagement>
</p:properties>
</file>

<file path=customXml/itemProps1.xml><?xml version="1.0" encoding="utf-8"?>
<ds:datastoreItem xmlns:ds="http://schemas.openxmlformats.org/officeDocument/2006/customXml" ds:itemID="{F3279A08-9DEC-424B-A25F-C1670C2EBD72}">
  <ds:schemaRefs>
    <ds:schemaRef ds:uri="http://schemas.microsoft.com/sharepoint/v3/contenttype/forms"/>
  </ds:schemaRefs>
</ds:datastoreItem>
</file>

<file path=customXml/itemProps2.xml><?xml version="1.0" encoding="utf-8"?>
<ds:datastoreItem xmlns:ds="http://schemas.openxmlformats.org/officeDocument/2006/customXml" ds:itemID="{B4D8F4EA-8929-4418-A032-5847012BF32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70f1269-45c1-4463-99ba-5dc4e57c7dff"/>
    <ds:schemaRef ds:uri="7bf50b4b-6300-445a-aea1-306a2291592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D829B5F7-37D9-4900-8E22-180F32838EE0}">
  <ds:schemaRefs>
    <ds:schemaRef ds:uri="070f1269-45c1-4463-99ba-5dc4e57c7dff"/>
    <ds:schemaRef ds:uri="http://schemas.openxmlformats.org/package/2006/metadata/core-properties"/>
    <ds:schemaRef ds:uri="http://schemas.microsoft.com/office/2006/documentManagement/types"/>
    <ds:schemaRef ds:uri="http://www.w3.org/XML/1998/namespace"/>
    <ds:schemaRef ds:uri="http://purl.org/dc/dcmitype/"/>
    <ds:schemaRef ds:uri="http://schemas.microsoft.com/office/2006/metadata/properties"/>
    <ds:schemaRef ds:uri="http://purl.org/dc/terms/"/>
    <ds:schemaRef ds:uri="http://schemas.microsoft.com/office/infopath/2007/PartnerControls"/>
    <ds:schemaRef ds:uri="7bf50b4b-6300-445a-aea1-306a2291592c"/>
    <ds:schemaRef ds:uri="http://purl.org/dc/elements/1.1/"/>
  </ds:schemaRefs>
</ds:datastoreItem>
</file>

<file path=docProps/app.xml><?xml version="1.0" encoding="utf-8"?>
<Properties xmlns="http://schemas.openxmlformats.org/officeDocument/2006/extended-properties" xmlns:vt="http://schemas.openxmlformats.org/officeDocument/2006/docPropsVTypes">
  <Template>Chun_URS_2025</Template>
  <TotalTime>1221</TotalTime>
  <Words>2216</Words>
  <Application>Microsoft Office PowerPoint</Application>
  <PresentationFormat>Custom</PresentationFormat>
  <Paragraphs>338</Paragraphs>
  <Slides>1</Slides>
  <Notes>1</Notes>
  <HiddenSlides>0</HiddenSlides>
  <MMClips>0</MMClips>
  <ScaleCrop>false</ScaleCrop>
  <HeadingPairs>
    <vt:vector size="8" baseType="variant">
      <vt:variant>
        <vt:lpstr>Fonts Used</vt:lpstr>
      </vt:variant>
      <vt:variant>
        <vt:i4>4</vt:i4>
      </vt:variant>
      <vt:variant>
        <vt:lpstr>Theme</vt:lpstr>
      </vt:variant>
      <vt:variant>
        <vt:i4>1</vt:i4>
      </vt:variant>
      <vt:variant>
        <vt:lpstr>Embedded OLE Servers</vt:lpstr>
      </vt:variant>
      <vt:variant>
        <vt:i4>1</vt:i4>
      </vt:variant>
      <vt:variant>
        <vt:lpstr>Slide Titles</vt:lpstr>
      </vt:variant>
      <vt:variant>
        <vt:i4>1</vt:i4>
      </vt:variant>
    </vt:vector>
  </HeadingPairs>
  <TitlesOfParts>
    <vt:vector size="7" baseType="lpstr">
      <vt:lpstr>Arial</vt:lpstr>
      <vt:lpstr>Calibri</vt:lpstr>
      <vt:lpstr>Sans Serif Collection</vt:lpstr>
      <vt:lpstr>Times New Roman</vt:lpstr>
      <vt:lpstr>Office Theme</vt:lpstr>
      <vt:lpstr>Equation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Chun, Nikki</dc:creator>
  <cp:lastModifiedBy>Chun, Nikki</cp:lastModifiedBy>
  <cp:revision>36</cp:revision>
  <cp:lastPrinted>2025-11-19T00:56:01Z</cp:lastPrinted>
  <dcterms:created xsi:type="dcterms:W3CDTF">2025-11-11T21:17:05Z</dcterms:created>
  <dcterms:modified xsi:type="dcterms:W3CDTF">2025-11-25T21:20:53Z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0x0101008DB5B7ED115EF04980BBFAFC51672553</vt:lpwstr>
  </property>
</Properties>
</file>